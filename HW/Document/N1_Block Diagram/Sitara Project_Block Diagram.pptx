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5" r:id="rId3"/>
    <p:sldId id="274" r:id="rId4"/>
    <p:sldId id="273" r:id="rId5"/>
    <p:sldId id="257" r:id="rId6"/>
    <p:sldId id="271" r:id="rId7"/>
    <p:sldId id="2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C7466-284A-4B21-93F2-0A5B35272DDD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69EF3-CBFF-4DCB-9D1F-495479ABE6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980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836298058_0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5836298058_0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583629805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583629805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86991-0551-70E1-FD1D-396448E1B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F9D334-7BC6-E4B2-E449-52107C525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5713CE-92BC-F93C-A8E3-B83BA0C5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5DDA5-BB79-C33E-1981-E23DA015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01E15-3D93-822B-EEB3-4D14598A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89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1C0C3-9CDB-7B65-E8F2-620E09C9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B2D817-C0DA-1C9B-20A5-32D7D3C25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62854A-B07A-F04D-8D06-E408B320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6CDC67-DFE0-35D9-1AAB-59AF64287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866629-D72D-D261-841C-94B949FF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64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26765-28EC-2816-D557-62F65631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C53726-584F-2B93-8AD4-5D7EFF0C6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7E7994-BC58-D42F-7223-AA08B539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28F117-B679-1A45-18A9-95F46025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529E47-4B30-243F-616B-D03C7690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6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B2F19-C8BC-3CAA-E0FA-4B36730E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781930-325A-782B-D969-AC058CC64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3C860F-ECD3-2C37-E5C9-1C9F1DFF5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28612B-EF4C-954E-ECC5-DC729BE9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01A521-B5CF-6CEF-068F-1A1EC2EC9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1A558B-A7B0-8EF9-7DB2-4519C89D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46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43355-394F-F16D-EC30-11554807D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A44F7F-BA55-7441-62EC-4ECF05FF9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C2BD3C-D953-11E6-3A11-5780D644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425776-57A1-C9FB-1BE8-D5136232E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9863CB-F565-24F5-4B19-37D0C8538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4FD22E-0011-2CB0-4F04-3E3A0764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5FB6F4-F1AB-289A-A072-6769131D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38CB74-8B53-F20B-F7D3-5DB31858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9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CCABB-535C-9491-B8F1-820CB9A6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AD72E1-7602-4C15-30A2-0F0C0F39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8DA04B-F34E-0F57-4676-FD56B59C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7009FB-45C6-99E0-8D0D-E0A15BCF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19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B6B726-F2C4-3E1C-2320-DF41167C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63C9A1-90D2-2595-208F-FE000BE6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49D5E2-5D1C-B1B7-B53F-FBE46352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00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098B6-61F4-8F58-A735-94D302BF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B6189-C5C1-3DB4-46F3-CFE9C6B6A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28335F-51F7-DE13-BF2A-75731BD3B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567F15-CA66-AAAB-4BD8-332FB30A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78F947-76F9-3CA5-15F7-CD7BC5C50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5488B3-51C4-6FB1-3A6A-5AC7217D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9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5CA08-D346-3A9E-2C5D-475AA1A3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D0936C7-EB72-AFDA-36F1-B50F0E4E7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26A6BF-19C1-226F-CB6C-A23566459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64F3E6-3668-F4F7-583B-E75E7721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8F675B-9F48-1366-2CA3-12633C6A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B1284F-1526-50C7-11D2-10982731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138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3A973-496B-6ABA-5BEB-8EDD7A50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C26059-2A0A-AB1E-BF8D-18066745C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28C90-0026-4028-0E0B-C416BE59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99DC9A-BEDC-97BE-A90B-D08CC2E0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D2BCBA-A9D2-FDAD-685F-A6CAD177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74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AEA840-BF26-CAD1-8F86-39CBFD75A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A205C9-BC4E-7A9A-A556-9AA8A9F8B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87326D-BF59-A959-D931-28A55251C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E2EC9F-03D0-B74F-B819-F8DF494D5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DDFE8F-7875-F33C-BDF3-86BE87D8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450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417600" y="1441833"/>
            <a:ext cx="11361600" cy="4823600"/>
          </a:xfrm>
          <a:prstGeom prst="rect">
            <a:avLst/>
          </a:prstGeom>
        </p:spPr>
        <p:txBody>
          <a:bodyPr spcFirstLastPara="1" wrap="square" lIns="90000" tIns="90000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400"/>
              <a:buFont typeface="Noto Sans KR"/>
              <a:buAutoNum type="arabicPeriod"/>
              <a:defRPr sz="1867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400"/>
              <a:buFont typeface="Noto Sans KR"/>
              <a:buAutoNum type="alphaLcPeriod"/>
              <a:defRPr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400"/>
              <a:buFont typeface="Noto Sans KR"/>
              <a:buAutoNum type="romanLcPeriod"/>
              <a:defRPr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400"/>
              <a:buFont typeface="Noto Sans KR"/>
              <a:buAutoNum type="arabicPeriod"/>
              <a:defRPr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400"/>
              <a:buFont typeface="Noto Sans KR"/>
              <a:buAutoNum type="alphaLcPeriod"/>
              <a:defRPr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400"/>
              <a:buFont typeface="Noto Sans KR"/>
              <a:buAutoNum type="romanLcPeriod"/>
              <a:defRPr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400"/>
              <a:buFont typeface="Noto Sans KR"/>
              <a:buAutoNum type="arabicPeriod"/>
              <a:defRPr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400"/>
              <a:buFont typeface="Noto Sans KR"/>
              <a:buAutoNum type="alphaLcPeriod"/>
              <a:defRPr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400"/>
              <a:buFont typeface="Noto Sans KR"/>
              <a:buAutoNum type="romanLcPeriod"/>
              <a:defRPr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8337217" y="367751"/>
            <a:ext cx="6924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>
                <a:solidFill>
                  <a:srgbClr val="1426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 </a:t>
            </a:r>
            <a:endParaRPr sz="1200">
              <a:solidFill>
                <a:srgbClr val="14263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988835" y="367780"/>
            <a:ext cx="6468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>
                <a:solidFill>
                  <a:srgbClr val="1426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</a:t>
            </a:r>
            <a:r>
              <a:rPr lang="ko" altLang="en-US" sz="1200">
                <a:solidFill>
                  <a:srgbClr val="14263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>
              <a:solidFill>
                <a:srgbClr val="14263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8762396" y="367751"/>
            <a:ext cx="4740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>
                <a:solidFill>
                  <a:srgbClr val="14263C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</a:t>
            </a:r>
            <a:endParaRPr sz="1200">
              <a:solidFill>
                <a:srgbClr val="14263C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8975032" y="367751"/>
            <a:ext cx="6468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>
                <a:solidFill>
                  <a:srgbClr val="1426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 </a:t>
            </a:r>
            <a:endParaRPr sz="1200">
              <a:solidFill>
                <a:srgbClr val="14263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9342835" y="367751"/>
            <a:ext cx="646800" cy="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>
                <a:solidFill>
                  <a:srgbClr val="1426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Time</a:t>
            </a:r>
            <a:endParaRPr sz="1200">
              <a:solidFill>
                <a:srgbClr val="14263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59" name="Google Shape;59;p4"/>
          <p:cNvGrpSpPr/>
          <p:nvPr/>
        </p:nvGrpSpPr>
        <p:grpSpPr>
          <a:xfrm>
            <a:off x="10109299" y="313968"/>
            <a:ext cx="252028" cy="288685"/>
            <a:chOff x="9678594" y="-1360300"/>
            <a:chExt cx="280031" cy="281150"/>
          </a:xfrm>
        </p:grpSpPr>
        <p:sp>
          <p:nvSpPr>
            <p:cNvPr id="60" name="Google Shape;60;p4"/>
            <p:cNvSpPr/>
            <p:nvPr/>
          </p:nvSpPr>
          <p:spPr>
            <a:xfrm>
              <a:off x="9678600" y="-1360300"/>
              <a:ext cx="182700" cy="76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ADEE"/>
                </a:gs>
                <a:gs pos="100000">
                  <a:srgbClr val="1BC3F3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9881825" y="-1360300"/>
              <a:ext cx="76800" cy="76800"/>
            </a:xfrm>
            <a:prstGeom prst="ellipse">
              <a:avLst/>
            </a:prstGeom>
            <a:solidFill>
              <a:srgbClr val="00AD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9881825" y="-1155950"/>
              <a:ext cx="76800" cy="76800"/>
            </a:xfrm>
            <a:prstGeom prst="ellipse">
              <a:avLst/>
            </a:prstGeom>
            <a:solidFill>
              <a:srgbClr val="00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 flipH="1">
              <a:off x="9678594" y="-1258125"/>
              <a:ext cx="76800" cy="76800"/>
            </a:xfrm>
            <a:prstGeom prst="ellipse">
              <a:avLst/>
            </a:prstGeom>
            <a:solidFill>
              <a:srgbClr val="0071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 flipH="1">
              <a:off x="9678600" y="-1155950"/>
              <a:ext cx="182700" cy="76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71BA"/>
                </a:gs>
                <a:gs pos="100000">
                  <a:srgbClr val="004788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 flipH="1">
              <a:off x="9775920" y="-1258137"/>
              <a:ext cx="182700" cy="76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76BF"/>
                </a:gs>
                <a:gs pos="100000">
                  <a:srgbClr val="00ACE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" name="Google Shape;66;p4"/>
          <p:cNvPicPr preferRelativeResize="0"/>
          <p:nvPr/>
        </p:nvPicPr>
        <p:blipFill rotWithShape="1">
          <a:blip r:embed="rId2">
            <a:alphaModFix/>
          </a:blip>
          <a:srcRect l="16805" t="1329" b="2331"/>
          <a:stretch/>
        </p:blipFill>
        <p:spPr>
          <a:xfrm>
            <a:off x="10420031" y="330964"/>
            <a:ext cx="1356536" cy="2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 txBox="1"/>
          <p:nvPr/>
        </p:nvSpPr>
        <p:spPr>
          <a:xfrm>
            <a:off x="9960267" y="267033"/>
            <a:ext cx="231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3333" i="0" u="none" strike="noStrike" cap="none">
                <a:solidFill>
                  <a:srgbClr val="000000"/>
                </a:solidFill>
                <a:latin typeface="Poppins Thin"/>
                <a:ea typeface="Poppins Thin"/>
                <a:cs typeface="Poppins Thin"/>
                <a:sym typeface="Poppins Thin"/>
              </a:rPr>
              <a:t>|</a:t>
            </a:r>
            <a:endParaRPr sz="3333" i="0" u="none" strike="noStrike" cap="none">
              <a:solidFill>
                <a:srgbClr val="000000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sp>
        <p:nvSpPr>
          <p:cNvPr id="68" name="Google Shape;68;p4"/>
          <p:cNvSpPr txBox="1">
            <a:spLocks noGrp="1"/>
          </p:cNvSpPr>
          <p:nvPr>
            <p:ph type="title"/>
          </p:nvPr>
        </p:nvSpPr>
        <p:spPr>
          <a:xfrm>
            <a:off x="837389" y="203803"/>
            <a:ext cx="7126000" cy="7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560"/>
              </a:buClr>
              <a:buSzPts val="2600"/>
              <a:buFont typeface="Noto Sans KR"/>
              <a:buNone/>
              <a:defRPr sz="3467" b="1">
                <a:solidFill>
                  <a:srgbClr val="2F456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F1F45"/>
              </a:buClr>
              <a:buSzPts val="2600"/>
              <a:buFont typeface="Noto Sans KR"/>
              <a:buNone/>
              <a:defRPr sz="3467" b="1">
                <a:solidFill>
                  <a:srgbClr val="0F1F45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F1F45"/>
              </a:buClr>
              <a:buSzPts val="2600"/>
              <a:buFont typeface="Noto Sans KR"/>
              <a:buNone/>
              <a:defRPr sz="3467" b="1">
                <a:solidFill>
                  <a:srgbClr val="0F1F45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F1F45"/>
              </a:buClr>
              <a:buSzPts val="2600"/>
              <a:buFont typeface="Noto Sans KR"/>
              <a:buNone/>
              <a:defRPr sz="3467" b="1">
                <a:solidFill>
                  <a:srgbClr val="0F1F45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F1F45"/>
              </a:buClr>
              <a:buSzPts val="2600"/>
              <a:buFont typeface="Noto Sans KR"/>
              <a:buNone/>
              <a:defRPr sz="3467" b="1">
                <a:solidFill>
                  <a:srgbClr val="0F1F45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F1F45"/>
              </a:buClr>
              <a:buSzPts val="2600"/>
              <a:buFont typeface="Noto Sans KR"/>
              <a:buNone/>
              <a:defRPr sz="3467" b="1">
                <a:solidFill>
                  <a:srgbClr val="0F1F45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F1F45"/>
              </a:buClr>
              <a:buSzPts val="2600"/>
              <a:buFont typeface="Noto Sans KR"/>
              <a:buNone/>
              <a:defRPr sz="3467" b="1">
                <a:solidFill>
                  <a:srgbClr val="0F1F45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F1F45"/>
              </a:buClr>
              <a:buSzPts val="2600"/>
              <a:buFont typeface="Noto Sans KR"/>
              <a:buNone/>
              <a:defRPr sz="3467" b="1">
                <a:solidFill>
                  <a:srgbClr val="0F1F45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Clr>
                <a:srgbClr val="0F1F45"/>
              </a:buClr>
              <a:buSzPts val="2600"/>
              <a:buFont typeface="Noto Sans KR"/>
              <a:buNone/>
              <a:defRPr sz="3467" b="1">
                <a:solidFill>
                  <a:srgbClr val="0F1F45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38867" y="-2633"/>
            <a:ext cx="78800" cy="963200"/>
          </a:xfrm>
          <a:prstGeom prst="rect">
            <a:avLst/>
          </a:prstGeom>
          <a:solidFill>
            <a:srgbClr val="2F456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11390167" y="6482228"/>
            <a:ext cx="386400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1467">
                <a:solidFill>
                  <a:srgbClr val="2F4660"/>
                </a:solidFill>
                <a:latin typeface="Poppins"/>
                <a:ea typeface="Poppins"/>
                <a:cs typeface="Poppins"/>
                <a:sym typeface="Poppin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67">
              <a:solidFill>
                <a:srgbClr val="2F46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1" name="Google Shape;71;p4"/>
          <p:cNvCxnSpPr/>
          <p:nvPr/>
        </p:nvCxnSpPr>
        <p:spPr>
          <a:xfrm>
            <a:off x="413733" y="6473563"/>
            <a:ext cx="11377600" cy="0"/>
          </a:xfrm>
          <a:prstGeom prst="straightConnector1">
            <a:avLst/>
          </a:prstGeom>
          <a:noFill/>
          <a:ln w="9525" cap="flat" cmpd="sng">
            <a:solidFill>
              <a:srgbClr val="465A7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1141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1344A-1390-A8B9-3DEE-887CDA6E9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2F6083-9C25-7A31-C7BB-F71313548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63471-E1CF-C9C9-11C9-DE3A6A466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A821B-5430-46B5-88EA-1BF373A8DB26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36BDDD-AB19-BC4D-24C6-CCE0A93BF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BD643C-3406-7CB4-5A7E-E4923E6EE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11E9D-DC84-4856-BCCD-A401D0A70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13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47;p31">
            <a:extLst>
              <a:ext uri="{FF2B5EF4-FFF2-40B4-BE49-F238E27FC236}">
                <a16:creationId xmlns:a16="http://schemas.microsoft.com/office/drawing/2014/main" id="{FDADD61B-6198-8F0F-60FE-4A54AA081B93}"/>
              </a:ext>
            </a:extLst>
          </p:cNvPr>
          <p:cNvSpPr/>
          <p:nvPr/>
        </p:nvSpPr>
        <p:spPr>
          <a:xfrm>
            <a:off x="415038" y="308100"/>
            <a:ext cx="1124650" cy="377700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Power Input 1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(DC Barrel Jack)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10" name="Google Shape;447;p31">
            <a:extLst>
              <a:ext uri="{FF2B5EF4-FFF2-40B4-BE49-F238E27FC236}">
                <a16:creationId xmlns:a16="http://schemas.microsoft.com/office/drawing/2014/main" id="{AD2C3634-F1E5-CF02-F863-63A4767687F4}"/>
              </a:ext>
            </a:extLst>
          </p:cNvPr>
          <p:cNvSpPr/>
          <p:nvPr/>
        </p:nvSpPr>
        <p:spPr>
          <a:xfrm>
            <a:off x="415038" y="964765"/>
            <a:ext cx="1124650" cy="377700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Power Input 2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(USB Type-C)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12" name="Google Shape;446;p31">
            <a:extLst>
              <a:ext uri="{FF2B5EF4-FFF2-40B4-BE49-F238E27FC236}">
                <a16:creationId xmlns:a16="http://schemas.microsoft.com/office/drawing/2014/main" id="{31EB6E8F-9893-ACD4-D307-BDE3DEE2FF8E}"/>
              </a:ext>
            </a:extLst>
          </p:cNvPr>
          <p:cNvSpPr>
            <a:spLocks/>
          </p:cNvSpPr>
          <p:nvPr/>
        </p:nvSpPr>
        <p:spPr>
          <a:xfrm>
            <a:off x="2106872" y="308100"/>
            <a:ext cx="1702753" cy="1883771"/>
          </a:xfrm>
          <a:prstGeom prst="roundRect">
            <a:avLst>
              <a:gd name="adj" fmla="val 5609"/>
            </a:avLst>
          </a:prstGeom>
          <a:solidFill>
            <a:srgbClr val="FFCCCC"/>
          </a:solidFill>
          <a:ln w="19050" cap="flat" cmpd="sng">
            <a:solidFill>
              <a:srgbClr val="FF99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endParaRPr lang="en-US" sz="14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</a:t>
            </a:r>
          </a:p>
          <a:p>
            <a:pPr algn="ctr">
              <a:lnSpc>
                <a:spcPct val="150000"/>
              </a:lnSpc>
            </a:pPr>
            <a:r>
              <a:rPr lang="en-US" sz="1067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(TPS65217DRSLR)</a:t>
            </a:r>
          </a:p>
          <a:p>
            <a:pPr algn="ctr">
              <a:lnSpc>
                <a:spcPct val="150000"/>
              </a:lnSpc>
            </a:pPr>
            <a:endParaRPr lang="en-US" sz="1067" dirty="0">
              <a:solidFill>
                <a:srgbClr val="000000"/>
              </a:solidFill>
              <a:latin typeface="Malgun Gothic"/>
              <a:ea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endParaRPr sz="1067" dirty="0">
              <a:solidFill>
                <a:srgbClr val="000000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13" name="Google Shape;447;p31">
            <a:extLst>
              <a:ext uri="{FF2B5EF4-FFF2-40B4-BE49-F238E27FC236}">
                <a16:creationId xmlns:a16="http://schemas.microsoft.com/office/drawing/2014/main" id="{99FC88B7-72FD-E3B4-C795-6D809324C0B5}"/>
              </a:ext>
            </a:extLst>
          </p:cNvPr>
          <p:cNvSpPr/>
          <p:nvPr/>
        </p:nvSpPr>
        <p:spPr>
          <a:xfrm>
            <a:off x="415038" y="1621430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Power-On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(Push-Button 1)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17" name="Google Shape;443;p31">
            <a:extLst>
              <a:ext uri="{FF2B5EF4-FFF2-40B4-BE49-F238E27FC236}">
                <a16:creationId xmlns:a16="http://schemas.microsoft.com/office/drawing/2014/main" id="{6DFDF1F2-68A8-14BE-F5A1-E7CAFCC8A147}"/>
              </a:ext>
            </a:extLst>
          </p:cNvPr>
          <p:cNvSpPr/>
          <p:nvPr/>
        </p:nvSpPr>
        <p:spPr>
          <a:xfrm>
            <a:off x="4670987" y="685800"/>
            <a:ext cx="1267500" cy="603191"/>
          </a:xfrm>
          <a:prstGeom prst="roundRect">
            <a:avLst>
              <a:gd name="adj" fmla="val 11823"/>
            </a:avLst>
          </a:prstGeom>
          <a:solidFill>
            <a:srgbClr val="FFD5FF"/>
          </a:solidFill>
          <a:ln w="19050" cap="flat" cmpd="sng">
            <a:solidFill>
              <a:srgbClr val="FFB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3.3V LDO1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(MIC5209YM-TR)</a:t>
            </a:r>
          </a:p>
        </p:txBody>
      </p:sp>
      <p:sp>
        <p:nvSpPr>
          <p:cNvPr id="18" name="Google Shape;509;p32">
            <a:extLst>
              <a:ext uri="{FF2B5EF4-FFF2-40B4-BE49-F238E27FC236}">
                <a16:creationId xmlns:a16="http://schemas.microsoft.com/office/drawing/2014/main" id="{BC30D8A5-F548-4397-F07C-414AAC55531D}"/>
              </a:ext>
            </a:extLst>
          </p:cNvPr>
          <p:cNvSpPr/>
          <p:nvPr/>
        </p:nvSpPr>
        <p:spPr>
          <a:xfrm>
            <a:off x="7531000" y="685800"/>
            <a:ext cx="1702753" cy="4967340"/>
          </a:xfrm>
          <a:prstGeom prst="roundRect">
            <a:avLst>
              <a:gd name="adj" fmla="val 7831"/>
            </a:avLst>
          </a:prstGeom>
          <a:solidFill>
            <a:srgbClr val="CCCCFF"/>
          </a:solidFill>
          <a:ln w="19050" cap="flat" cmpd="sng">
            <a:solidFill>
              <a:srgbClr val="99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Sitara Processor</a:t>
            </a:r>
            <a:endParaRPr sz="1400" dirty="0"/>
          </a:p>
          <a:p>
            <a:pPr algn="ctr">
              <a:lnSpc>
                <a:spcPct val="150000"/>
              </a:lnSpc>
            </a:pPr>
            <a:r>
              <a:rPr lang="en-US" altLang="ko" sz="1067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(AM3358BZCZ100)</a:t>
            </a:r>
          </a:p>
          <a:p>
            <a:pPr algn="ctr">
              <a:lnSpc>
                <a:spcPct val="150000"/>
              </a:lnSpc>
            </a:pPr>
            <a:endParaRPr sz="1067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447;p31">
            <a:extLst>
              <a:ext uri="{FF2B5EF4-FFF2-40B4-BE49-F238E27FC236}">
                <a16:creationId xmlns:a16="http://schemas.microsoft.com/office/drawing/2014/main" id="{282A8655-2B65-4341-ADFF-515804BD77A1}"/>
              </a:ext>
            </a:extLst>
          </p:cNvPr>
          <p:cNvSpPr/>
          <p:nvPr/>
        </p:nvSpPr>
        <p:spPr>
          <a:xfrm>
            <a:off x="343613" y="2768913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Main Oscillator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(24MHz)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20" name="Google Shape;447;p31">
            <a:extLst>
              <a:ext uri="{FF2B5EF4-FFF2-40B4-BE49-F238E27FC236}">
                <a16:creationId xmlns:a16="http://schemas.microsoft.com/office/drawing/2014/main" id="{B1CB95DF-E643-998B-B42B-486A450FDDA9}"/>
              </a:ext>
            </a:extLst>
          </p:cNvPr>
          <p:cNvSpPr/>
          <p:nvPr/>
        </p:nvSpPr>
        <p:spPr>
          <a:xfrm>
            <a:off x="343613" y="3731437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Sub Oscillator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(32.768kHz)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24" name="Google Shape;447;p31">
            <a:extLst>
              <a:ext uri="{FF2B5EF4-FFF2-40B4-BE49-F238E27FC236}">
                <a16:creationId xmlns:a16="http://schemas.microsoft.com/office/drawing/2014/main" id="{3D28BFD1-5007-5C76-4196-06E8D0E87251}"/>
              </a:ext>
            </a:extLst>
          </p:cNvPr>
          <p:cNvSpPr/>
          <p:nvPr/>
        </p:nvSpPr>
        <p:spPr>
          <a:xfrm>
            <a:off x="343613" y="4709773"/>
            <a:ext cx="1124650" cy="377700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USB1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(USB2.0 Mini-B)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27" name="Google Shape;447;p31">
            <a:extLst>
              <a:ext uri="{FF2B5EF4-FFF2-40B4-BE49-F238E27FC236}">
                <a16:creationId xmlns:a16="http://schemas.microsoft.com/office/drawing/2014/main" id="{08CD8A6C-49E3-8CA9-B4B0-640C4D100110}"/>
              </a:ext>
            </a:extLst>
          </p:cNvPr>
          <p:cNvSpPr/>
          <p:nvPr/>
        </p:nvSpPr>
        <p:spPr>
          <a:xfrm>
            <a:off x="3071125" y="4071037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DDR3L Memory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(MT41K256M)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29" name="Google Shape;447;p31">
            <a:extLst>
              <a:ext uri="{FF2B5EF4-FFF2-40B4-BE49-F238E27FC236}">
                <a16:creationId xmlns:a16="http://schemas.microsoft.com/office/drawing/2014/main" id="{240B3333-81BA-CF34-4239-0070AB8CF4BE}"/>
              </a:ext>
            </a:extLst>
          </p:cNvPr>
          <p:cNvSpPr/>
          <p:nvPr/>
        </p:nvSpPr>
        <p:spPr>
          <a:xfrm>
            <a:off x="2958247" y="3304675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VTT Regulator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(BD3539FVM-TR)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30" name="Google Shape;447;p31">
            <a:extLst>
              <a:ext uri="{FF2B5EF4-FFF2-40B4-BE49-F238E27FC236}">
                <a16:creationId xmlns:a16="http://schemas.microsoft.com/office/drawing/2014/main" id="{430AB041-697C-66A4-624E-E57862059E89}"/>
              </a:ext>
            </a:extLst>
          </p:cNvPr>
          <p:cNvSpPr/>
          <p:nvPr/>
        </p:nvSpPr>
        <p:spPr>
          <a:xfrm>
            <a:off x="4698738" y="3295711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EEPROM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(AT24C16)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31" name="Google Shape;447;p31">
            <a:extLst>
              <a:ext uri="{FF2B5EF4-FFF2-40B4-BE49-F238E27FC236}">
                <a16:creationId xmlns:a16="http://schemas.microsoft.com/office/drawing/2014/main" id="{98DAE7BF-6E8B-17A9-B3FD-1BA515864869}"/>
              </a:ext>
            </a:extLst>
          </p:cNvPr>
          <p:cNvSpPr/>
          <p:nvPr/>
        </p:nvSpPr>
        <p:spPr>
          <a:xfrm>
            <a:off x="4916366" y="4258235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Micro-SD Card Connector (TF-01A)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32" name="Google Shape;447;p31">
            <a:extLst>
              <a:ext uri="{FF2B5EF4-FFF2-40B4-BE49-F238E27FC236}">
                <a16:creationId xmlns:a16="http://schemas.microsoft.com/office/drawing/2014/main" id="{92A08208-B839-14DA-E89B-2F32E34BE8C3}"/>
              </a:ext>
            </a:extLst>
          </p:cNvPr>
          <p:cNvSpPr/>
          <p:nvPr/>
        </p:nvSpPr>
        <p:spPr>
          <a:xfrm>
            <a:off x="4872482" y="5087473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RJ45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(HR911105A)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33" name="Google Shape;447;p31">
            <a:extLst>
              <a:ext uri="{FF2B5EF4-FFF2-40B4-BE49-F238E27FC236}">
                <a16:creationId xmlns:a16="http://schemas.microsoft.com/office/drawing/2014/main" id="{399C79D0-9BE0-E522-A5F6-10F66A2E8B4C}"/>
              </a:ext>
            </a:extLst>
          </p:cNvPr>
          <p:cNvSpPr/>
          <p:nvPr/>
        </p:nvSpPr>
        <p:spPr>
          <a:xfrm>
            <a:off x="2669807" y="5087473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USB – UART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(CP2102)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37" name="Google Shape;447;p31">
            <a:extLst>
              <a:ext uri="{FF2B5EF4-FFF2-40B4-BE49-F238E27FC236}">
                <a16:creationId xmlns:a16="http://schemas.microsoft.com/office/drawing/2014/main" id="{718F1469-2AE7-A501-AC0F-B6B18A8E9A61}"/>
              </a:ext>
            </a:extLst>
          </p:cNvPr>
          <p:cNvSpPr/>
          <p:nvPr/>
        </p:nvSpPr>
        <p:spPr>
          <a:xfrm>
            <a:off x="3468898" y="6023102"/>
            <a:ext cx="1620814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eMMC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(MTFC32GAZAQHD-W</a:t>
            </a:r>
            <a:r>
              <a:rPr lang="en-US" altLang="ko-KR" sz="900" b="1" dirty="0"/>
              <a:t>T)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46" name="Google Shape;447;p31">
            <a:extLst>
              <a:ext uri="{FF2B5EF4-FFF2-40B4-BE49-F238E27FC236}">
                <a16:creationId xmlns:a16="http://schemas.microsoft.com/office/drawing/2014/main" id="{6F3105D3-A1F0-D351-5EA2-AA3BB072D586}"/>
              </a:ext>
            </a:extLst>
          </p:cNvPr>
          <p:cNvSpPr/>
          <p:nvPr/>
        </p:nvSpPr>
        <p:spPr>
          <a:xfrm>
            <a:off x="5846980" y="5908801"/>
            <a:ext cx="1702754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Mezzanine Connector A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(10144517-101802LF)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50" name="Google Shape;447;p31">
            <a:extLst>
              <a:ext uri="{FF2B5EF4-FFF2-40B4-BE49-F238E27FC236}">
                <a16:creationId xmlns:a16="http://schemas.microsoft.com/office/drawing/2014/main" id="{B7F7E596-6EF4-7A20-6981-F1D390183FE6}"/>
              </a:ext>
            </a:extLst>
          </p:cNvPr>
          <p:cNvSpPr/>
          <p:nvPr/>
        </p:nvSpPr>
        <p:spPr>
          <a:xfrm>
            <a:off x="7908863" y="5908801"/>
            <a:ext cx="1702754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Mezzanine Connector B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(10144517-101802LF)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51" name="Google Shape;447;p31">
            <a:extLst>
              <a:ext uri="{FF2B5EF4-FFF2-40B4-BE49-F238E27FC236}">
                <a16:creationId xmlns:a16="http://schemas.microsoft.com/office/drawing/2014/main" id="{88198879-F653-3C4D-068F-ECB5CF68D753}"/>
              </a:ext>
            </a:extLst>
          </p:cNvPr>
          <p:cNvSpPr/>
          <p:nvPr/>
        </p:nvSpPr>
        <p:spPr>
          <a:xfrm>
            <a:off x="9991021" y="4785033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Test LEDs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52" name="Google Shape;447;p31">
            <a:extLst>
              <a:ext uri="{FF2B5EF4-FFF2-40B4-BE49-F238E27FC236}">
                <a16:creationId xmlns:a16="http://schemas.microsoft.com/office/drawing/2014/main" id="{14F4C4CA-7E55-6B30-2B43-3387C7B0391B}"/>
              </a:ext>
            </a:extLst>
          </p:cNvPr>
          <p:cNvSpPr/>
          <p:nvPr/>
        </p:nvSpPr>
        <p:spPr>
          <a:xfrm>
            <a:off x="10164765" y="5496304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/>
              <a:t>Test Push-Buttons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53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FC551-19EF-EA00-55EE-D711C5B65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6;p31">
            <a:extLst>
              <a:ext uri="{FF2B5EF4-FFF2-40B4-BE49-F238E27FC236}">
                <a16:creationId xmlns:a16="http://schemas.microsoft.com/office/drawing/2014/main" id="{26105605-7178-F605-6213-C888F0FEF67C}"/>
              </a:ext>
            </a:extLst>
          </p:cNvPr>
          <p:cNvSpPr>
            <a:spLocks/>
          </p:cNvSpPr>
          <p:nvPr/>
        </p:nvSpPr>
        <p:spPr>
          <a:xfrm>
            <a:off x="3189360" y="142541"/>
            <a:ext cx="1702753" cy="4315157"/>
          </a:xfrm>
          <a:prstGeom prst="roundRect">
            <a:avLst>
              <a:gd name="adj" fmla="val 5609"/>
            </a:avLst>
          </a:prstGeom>
          <a:solidFill>
            <a:srgbClr val="FFCCCC"/>
          </a:solidFill>
          <a:ln w="19050" cap="flat" cmpd="sng">
            <a:solidFill>
              <a:srgbClr val="FF99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endParaRPr lang="en-US" sz="14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</a:t>
            </a:r>
          </a:p>
          <a:p>
            <a:pPr algn="ctr">
              <a:lnSpc>
                <a:spcPct val="150000"/>
              </a:lnSpc>
            </a:pPr>
            <a:r>
              <a:rPr lang="en-US" sz="1067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(TPS65217DRSLR)</a:t>
            </a:r>
          </a:p>
          <a:p>
            <a:pPr algn="ctr">
              <a:lnSpc>
                <a:spcPct val="150000"/>
              </a:lnSpc>
            </a:pPr>
            <a:endParaRPr lang="en-US" sz="1067" dirty="0">
              <a:solidFill>
                <a:srgbClr val="000000"/>
              </a:solidFill>
              <a:latin typeface="Malgun Gothic"/>
              <a:ea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endParaRPr sz="1067" dirty="0">
              <a:solidFill>
                <a:srgbClr val="000000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" name="Google Shape;509;p32">
            <a:extLst>
              <a:ext uri="{FF2B5EF4-FFF2-40B4-BE49-F238E27FC236}">
                <a16:creationId xmlns:a16="http://schemas.microsoft.com/office/drawing/2014/main" id="{B877BACC-63C3-A9EC-163A-93E7BF30D7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64230" y="142540"/>
            <a:ext cx="1702753" cy="4967340"/>
          </a:xfrm>
          <a:prstGeom prst="roundRect">
            <a:avLst>
              <a:gd name="adj" fmla="val 7831"/>
            </a:avLst>
          </a:prstGeom>
          <a:solidFill>
            <a:srgbClr val="CCCCFF"/>
          </a:solidFill>
          <a:ln w="19050" cap="flat" cmpd="sng">
            <a:solidFill>
              <a:srgbClr val="99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MCU</a:t>
            </a:r>
            <a:endParaRPr sz="1400" dirty="0"/>
          </a:p>
          <a:p>
            <a:pPr algn="ctr">
              <a:lnSpc>
                <a:spcPct val="150000"/>
              </a:lnSpc>
            </a:pPr>
            <a:r>
              <a:rPr lang="en-US" altLang="ko" sz="1067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(STM32C011F6U6TR)</a:t>
            </a:r>
          </a:p>
          <a:p>
            <a:pPr algn="ctr">
              <a:lnSpc>
                <a:spcPct val="150000"/>
              </a:lnSpc>
            </a:pPr>
            <a:endParaRPr sz="1067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443;p31">
            <a:extLst>
              <a:ext uri="{FF2B5EF4-FFF2-40B4-BE49-F238E27FC236}">
                <a16:creationId xmlns:a16="http://schemas.microsoft.com/office/drawing/2014/main" id="{9A0DF363-AB81-4BEF-E3E2-1326010EE8F5}"/>
              </a:ext>
            </a:extLst>
          </p:cNvPr>
          <p:cNvSpPr/>
          <p:nvPr/>
        </p:nvSpPr>
        <p:spPr>
          <a:xfrm>
            <a:off x="5867776" y="142543"/>
            <a:ext cx="1267500" cy="603191"/>
          </a:xfrm>
          <a:prstGeom prst="roundRect">
            <a:avLst>
              <a:gd name="adj" fmla="val 11823"/>
            </a:avLst>
          </a:prstGeom>
          <a:solidFill>
            <a:srgbClr val="FFD5FF"/>
          </a:solidFill>
          <a:ln w="19050" cap="flat" cmpd="sng">
            <a:solidFill>
              <a:srgbClr val="FFB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3.3V LDO1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(MIC5209YM-TR)</a:t>
            </a:r>
          </a:p>
        </p:txBody>
      </p:sp>
      <p:sp>
        <p:nvSpPr>
          <p:cNvPr id="8" name="Google Shape;443;p31">
            <a:extLst>
              <a:ext uri="{FF2B5EF4-FFF2-40B4-BE49-F238E27FC236}">
                <a16:creationId xmlns:a16="http://schemas.microsoft.com/office/drawing/2014/main" id="{412C0C86-435F-1207-1611-0A8791B67145}"/>
              </a:ext>
            </a:extLst>
          </p:cNvPr>
          <p:cNvSpPr/>
          <p:nvPr/>
        </p:nvSpPr>
        <p:spPr>
          <a:xfrm>
            <a:off x="5867776" y="866443"/>
            <a:ext cx="1267500" cy="603191"/>
          </a:xfrm>
          <a:prstGeom prst="roundRect">
            <a:avLst>
              <a:gd name="adj" fmla="val 11823"/>
            </a:avLst>
          </a:prstGeom>
          <a:solidFill>
            <a:srgbClr val="FFD5FF"/>
          </a:solidFill>
          <a:ln w="19050" cap="flat" cmpd="sng">
            <a:solidFill>
              <a:srgbClr val="FFB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3.3V LDO2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(AM1117-3.3)</a:t>
            </a:r>
          </a:p>
        </p:txBody>
      </p:sp>
      <p:sp>
        <p:nvSpPr>
          <p:cNvPr id="9" name="Google Shape;441;p31">
            <a:extLst>
              <a:ext uri="{FF2B5EF4-FFF2-40B4-BE49-F238E27FC236}">
                <a16:creationId xmlns:a16="http://schemas.microsoft.com/office/drawing/2014/main" id="{6A6FE589-94E7-135E-95C3-31EBFBDEFCBD}"/>
              </a:ext>
            </a:extLst>
          </p:cNvPr>
          <p:cNvSpPr/>
          <p:nvPr/>
        </p:nvSpPr>
        <p:spPr>
          <a:xfrm>
            <a:off x="2236490" y="4974632"/>
            <a:ext cx="1702752" cy="689200"/>
          </a:xfrm>
          <a:prstGeom prst="roundRect">
            <a:avLst>
              <a:gd name="adj" fmla="val 12159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 Output Rails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(Connector)</a:t>
            </a:r>
          </a:p>
        </p:txBody>
      </p:sp>
      <p:sp>
        <p:nvSpPr>
          <p:cNvPr id="11" name="Google Shape;447;p31">
            <a:extLst>
              <a:ext uri="{FF2B5EF4-FFF2-40B4-BE49-F238E27FC236}">
                <a16:creationId xmlns:a16="http://schemas.microsoft.com/office/drawing/2014/main" id="{BA7374FA-A025-23A7-8564-853B316EA93F}"/>
              </a:ext>
            </a:extLst>
          </p:cNvPr>
          <p:cNvSpPr/>
          <p:nvPr/>
        </p:nvSpPr>
        <p:spPr>
          <a:xfrm>
            <a:off x="946197" y="1901576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Power-On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(Push-Button 1)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2B01DFB-E3F6-0C00-D0BB-D81678824FDF}"/>
              </a:ext>
            </a:extLst>
          </p:cNvPr>
          <p:cNvCxnSpPr>
            <a:cxnSpLocks/>
          </p:cNvCxnSpPr>
          <p:nvPr/>
        </p:nvCxnSpPr>
        <p:spPr>
          <a:xfrm>
            <a:off x="2282189" y="447946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E9AF72E-89EC-5F91-9B1A-EC33C077C361}"/>
              </a:ext>
            </a:extLst>
          </p:cNvPr>
          <p:cNvSpPr>
            <a:spLocks/>
          </p:cNvSpPr>
          <p:nvPr/>
        </p:nvSpPr>
        <p:spPr>
          <a:xfrm>
            <a:off x="946196" y="142541"/>
            <a:ext cx="1267500" cy="603193"/>
          </a:xfrm>
          <a:prstGeom prst="roundRect">
            <a:avLst>
              <a:gd name="adj" fmla="val 7649"/>
            </a:avLst>
          </a:prstGeom>
          <a:solidFill>
            <a:srgbClr val="EAEAE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Power Input 1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(DC Barrel Jack)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F4F2122-8293-8924-DDE3-017101AB86F6}"/>
              </a:ext>
            </a:extLst>
          </p:cNvPr>
          <p:cNvSpPr>
            <a:spLocks/>
          </p:cNvSpPr>
          <p:nvPr/>
        </p:nvSpPr>
        <p:spPr>
          <a:xfrm>
            <a:off x="946196" y="866441"/>
            <a:ext cx="1267500" cy="603193"/>
          </a:xfrm>
          <a:prstGeom prst="roundRect">
            <a:avLst>
              <a:gd name="adj" fmla="val 7649"/>
            </a:avLst>
          </a:prstGeom>
          <a:solidFill>
            <a:srgbClr val="EAEAE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Power Input 2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(USB-C Conn.)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2562825-B777-A9BB-6F87-50FB37CC2884}"/>
              </a:ext>
            </a:extLst>
          </p:cNvPr>
          <p:cNvCxnSpPr>
            <a:cxnSpLocks/>
          </p:cNvCxnSpPr>
          <p:nvPr/>
        </p:nvCxnSpPr>
        <p:spPr>
          <a:xfrm>
            <a:off x="2282189" y="1148037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447;p31">
            <a:extLst>
              <a:ext uri="{FF2B5EF4-FFF2-40B4-BE49-F238E27FC236}">
                <a16:creationId xmlns:a16="http://schemas.microsoft.com/office/drawing/2014/main" id="{86F92EA5-5574-8686-2219-E347F976DFF5}"/>
              </a:ext>
            </a:extLst>
          </p:cNvPr>
          <p:cNvSpPr/>
          <p:nvPr/>
        </p:nvSpPr>
        <p:spPr>
          <a:xfrm>
            <a:off x="946196" y="2746355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Reset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(Push-Button 2)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23" name="Google Shape;447;p31">
            <a:extLst>
              <a:ext uri="{FF2B5EF4-FFF2-40B4-BE49-F238E27FC236}">
                <a16:creationId xmlns:a16="http://schemas.microsoft.com/office/drawing/2014/main" id="{A4F7F424-8AD2-7918-8EB5-C191046E6ED7}"/>
              </a:ext>
            </a:extLst>
          </p:cNvPr>
          <p:cNvSpPr/>
          <p:nvPr/>
        </p:nvSpPr>
        <p:spPr>
          <a:xfrm>
            <a:off x="946196" y="3591134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Power En.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(Slide Switch 1)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44EAF45-C9EF-29BA-6A9E-22FCDB813F52}"/>
              </a:ext>
            </a:extLst>
          </p:cNvPr>
          <p:cNvCxnSpPr>
            <a:cxnSpLocks/>
          </p:cNvCxnSpPr>
          <p:nvPr/>
        </p:nvCxnSpPr>
        <p:spPr>
          <a:xfrm>
            <a:off x="4968239" y="444137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54E0FC6-86C3-D954-C1F3-5181A9784377}"/>
              </a:ext>
            </a:extLst>
          </p:cNvPr>
          <p:cNvCxnSpPr>
            <a:cxnSpLocks/>
          </p:cNvCxnSpPr>
          <p:nvPr/>
        </p:nvCxnSpPr>
        <p:spPr>
          <a:xfrm>
            <a:off x="5289550" y="1148037"/>
            <a:ext cx="51601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4371A6E-9544-2DD7-F013-3E9754CFB852}"/>
              </a:ext>
            </a:extLst>
          </p:cNvPr>
          <p:cNvCxnSpPr>
            <a:cxnSpLocks/>
          </p:cNvCxnSpPr>
          <p:nvPr/>
        </p:nvCxnSpPr>
        <p:spPr>
          <a:xfrm>
            <a:off x="5289550" y="447450"/>
            <a:ext cx="0" cy="700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D8DA084-900B-42DC-ECB5-7DE78C269335}"/>
              </a:ext>
            </a:extLst>
          </p:cNvPr>
          <p:cNvCxnSpPr>
            <a:cxnSpLocks/>
          </p:cNvCxnSpPr>
          <p:nvPr/>
        </p:nvCxnSpPr>
        <p:spPr>
          <a:xfrm>
            <a:off x="2282188" y="2164975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28DCE55-DAFF-F05E-B55D-3944B0AFC3FF}"/>
              </a:ext>
            </a:extLst>
          </p:cNvPr>
          <p:cNvCxnSpPr>
            <a:cxnSpLocks/>
          </p:cNvCxnSpPr>
          <p:nvPr/>
        </p:nvCxnSpPr>
        <p:spPr>
          <a:xfrm>
            <a:off x="2282188" y="3009754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4AA2FAC-9062-5F8F-96D9-D1DF9DF3229A}"/>
              </a:ext>
            </a:extLst>
          </p:cNvPr>
          <p:cNvCxnSpPr>
            <a:cxnSpLocks/>
          </p:cNvCxnSpPr>
          <p:nvPr/>
        </p:nvCxnSpPr>
        <p:spPr>
          <a:xfrm>
            <a:off x="2282187" y="3820266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9D7DECC-6F1D-A617-8A8A-2B83822DFD59}"/>
              </a:ext>
            </a:extLst>
          </p:cNvPr>
          <p:cNvSpPr/>
          <p:nvPr/>
        </p:nvSpPr>
        <p:spPr>
          <a:xfrm>
            <a:off x="4184650" y="323487"/>
            <a:ext cx="707463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VOUT_SYS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E747BBB-F03C-8860-108F-DE5E02179784}"/>
              </a:ext>
            </a:extLst>
          </p:cNvPr>
          <p:cNvSpPr/>
          <p:nvPr/>
        </p:nvSpPr>
        <p:spPr>
          <a:xfrm>
            <a:off x="3189358" y="323487"/>
            <a:ext cx="813755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EXT_VIN_DC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71382EB-86A9-1AA7-A8A9-6B28A43A708A}"/>
              </a:ext>
            </a:extLst>
          </p:cNvPr>
          <p:cNvSpPr/>
          <p:nvPr/>
        </p:nvSpPr>
        <p:spPr>
          <a:xfrm>
            <a:off x="3180066" y="1027387"/>
            <a:ext cx="834574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EXT_VIN_USB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42BEB2-7BFF-78DF-E92F-9621D3F5CC1D}"/>
              </a:ext>
            </a:extLst>
          </p:cNvPr>
          <p:cNvSpPr/>
          <p:nvPr/>
        </p:nvSpPr>
        <p:spPr>
          <a:xfrm>
            <a:off x="3180066" y="2044325"/>
            <a:ext cx="483884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PB_IN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DA25977-7B43-9C86-22AC-BCE64BAD978E}"/>
              </a:ext>
            </a:extLst>
          </p:cNvPr>
          <p:cNvSpPr/>
          <p:nvPr/>
        </p:nvSpPr>
        <p:spPr>
          <a:xfrm>
            <a:off x="3180066" y="2889104"/>
            <a:ext cx="541034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nRESET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F3446F-B813-31BF-E098-55CFE563521D}"/>
              </a:ext>
            </a:extLst>
          </p:cNvPr>
          <p:cNvSpPr/>
          <p:nvPr/>
        </p:nvSpPr>
        <p:spPr>
          <a:xfrm>
            <a:off x="3188392" y="3699616"/>
            <a:ext cx="5962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PWR_EN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AAC468A-45E8-5F57-3D9A-7076F14E6B0A}"/>
              </a:ext>
            </a:extLst>
          </p:cNvPr>
          <p:cNvGrpSpPr/>
          <p:nvPr/>
        </p:nvGrpSpPr>
        <p:grpSpPr>
          <a:xfrm>
            <a:off x="7218254" y="368378"/>
            <a:ext cx="641680" cy="151518"/>
            <a:chOff x="7112794" y="2769394"/>
            <a:chExt cx="641680" cy="15151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E7109CE-55E9-542F-695D-610970483230}"/>
                </a:ext>
              </a:extLst>
            </p:cNvPr>
            <p:cNvSpPr/>
            <p:nvPr/>
          </p:nvSpPr>
          <p:spPr>
            <a:xfrm>
              <a:off x="7270750" y="2846744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06614ED4-9A10-03A1-5A3D-DCCBC19452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2794" y="287703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BBD23F8F-7814-6EF1-0CBD-56B9ACB3D8A1}"/>
                </a:ext>
              </a:extLst>
            </p:cNvPr>
            <p:cNvCxnSpPr>
              <a:cxnSpLocks/>
              <a:endCxn id="44" idx="7"/>
            </p:cNvCxnSpPr>
            <p:nvPr/>
          </p:nvCxnSpPr>
          <p:spPr>
            <a:xfrm flipH="1">
              <a:off x="7332206" y="2769394"/>
              <a:ext cx="194693" cy="878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B5C1324-2E42-B9B6-4689-7DA208447C10}"/>
                </a:ext>
              </a:extLst>
            </p:cNvPr>
            <p:cNvSpPr/>
            <p:nvPr/>
          </p:nvSpPr>
          <p:spPr>
            <a:xfrm>
              <a:off x="7526899" y="2848912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7B1FAA40-3870-B147-DD53-03648F28EC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8899" y="288491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CE64547-B8DE-E62B-B8A9-43712D9C4423}"/>
              </a:ext>
            </a:extLst>
          </p:cNvPr>
          <p:cNvGrpSpPr/>
          <p:nvPr/>
        </p:nvGrpSpPr>
        <p:grpSpPr>
          <a:xfrm>
            <a:off x="7214172" y="1027387"/>
            <a:ext cx="641680" cy="151518"/>
            <a:chOff x="7112794" y="2769394"/>
            <a:chExt cx="641680" cy="151518"/>
          </a:xfrm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00540729-C71F-6B51-D0D2-C7F56B6076FB}"/>
                </a:ext>
              </a:extLst>
            </p:cNvPr>
            <p:cNvSpPr/>
            <p:nvPr/>
          </p:nvSpPr>
          <p:spPr>
            <a:xfrm>
              <a:off x="7270750" y="2846744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F93EBF32-EA93-5C77-EE9D-BF2D8E6AEE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2794" y="287703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D2D1E44F-5CED-925C-2984-56789272C7CC}"/>
                </a:ext>
              </a:extLst>
            </p:cNvPr>
            <p:cNvCxnSpPr>
              <a:cxnSpLocks/>
              <a:endCxn id="59" idx="7"/>
            </p:cNvCxnSpPr>
            <p:nvPr/>
          </p:nvCxnSpPr>
          <p:spPr>
            <a:xfrm flipH="1">
              <a:off x="7332206" y="2769394"/>
              <a:ext cx="194693" cy="878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E857B1D0-3C13-562A-BE7D-DE3E47A00FCF}"/>
                </a:ext>
              </a:extLst>
            </p:cNvPr>
            <p:cNvSpPr/>
            <p:nvPr/>
          </p:nvSpPr>
          <p:spPr>
            <a:xfrm>
              <a:off x="7526899" y="2848912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A06827CA-4F97-A8DE-41D5-619921B4F6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8899" y="288491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5D433D1C-EF96-62CD-A155-A66D58ADF291}"/>
              </a:ext>
            </a:extLst>
          </p:cNvPr>
          <p:cNvCxnSpPr>
            <a:cxnSpLocks/>
          </p:cNvCxnSpPr>
          <p:nvPr/>
        </p:nvCxnSpPr>
        <p:spPr>
          <a:xfrm>
            <a:off x="7778064" y="483977"/>
            <a:ext cx="1113524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70E8FEF-D62C-2F5C-9F93-A4822AF69310}"/>
              </a:ext>
            </a:extLst>
          </p:cNvPr>
          <p:cNvCxnSpPr>
            <a:cxnSpLocks/>
          </p:cNvCxnSpPr>
          <p:nvPr/>
        </p:nvCxnSpPr>
        <p:spPr>
          <a:xfrm flipH="1">
            <a:off x="7750626" y="1141342"/>
            <a:ext cx="493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F20EFB75-62F9-6C51-0D02-9B439E64E4F7}"/>
              </a:ext>
            </a:extLst>
          </p:cNvPr>
          <p:cNvCxnSpPr>
            <a:cxnSpLocks/>
          </p:cNvCxnSpPr>
          <p:nvPr/>
        </p:nvCxnSpPr>
        <p:spPr>
          <a:xfrm>
            <a:off x="8239126" y="488658"/>
            <a:ext cx="0" cy="65900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13484E45-B67F-CC28-F93D-AED311FC0835}"/>
              </a:ext>
            </a:extLst>
          </p:cNvPr>
          <p:cNvCxnSpPr>
            <a:cxnSpLocks/>
          </p:cNvCxnSpPr>
          <p:nvPr/>
        </p:nvCxnSpPr>
        <p:spPr>
          <a:xfrm>
            <a:off x="4968239" y="3009754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0947BAA-721A-068F-2B90-9FE9D74BEE5C}"/>
              </a:ext>
            </a:extLst>
          </p:cNvPr>
          <p:cNvSpPr/>
          <p:nvPr/>
        </p:nvSpPr>
        <p:spPr>
          <a:xfrm>
            <a:off x="4502605" y="1585307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SCL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5E8BBAD-56FC-4E5C-F113-D474648F1C77}"/>
              </a:ext>
            </a:extLst>
          </p:cNvPr>
          <p:cNvSpPr/>
          <p:nvPr/>
        </p:nvSpPr>
        <p:spPr>
          <a:xfrm>
            <a:off x="4502605" y="1892395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SDA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B7D42DD-67B8-E6EB-E362-D606EEAD31CE}"/>
              </a:ext>
            </a:extLst>
          </p:cNvPr>
          <p:cNvSpPr/>
          <p:nvPr/>
        </p:nvSpPr>
        <p:spPr>
          <a:xfrm>
            <a:off x="4321247" y="2885010"/>
            <a:ext cx="570866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PGOOD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C377343-4E7E-4198-8C6D-07A795CF1328}"/>
              </a:ext>
            </a:extLst>
          </p:cNvPr>
          <p:cNvSpPr/>
          <p:nvPr/>
        </p:nvSpPr>
        <p:spPr>
          <a:xfrm>
            <a:off x="3905478" y="3192098"/>
            <a:ext cx="98297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PGOOD_LDO1/2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5BC448A-5425-1C43-0235-E329D0B32149}"/>
              </a:ext>
            </a:extLst>
          </p:cNvPr>
          <p:cNvSpPr/>
          <p:nvPr/>
        </p:nvSpPr>
        <p:spPr>
          <a:xfrm>
            <a:off x="4393156" y="3499186"/>
            <a:ext cx="495300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nINT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9824A7D-7544-7BC0-09E5-5EA4EDE13A64}"/>
              </a:ext>
            </a:extLst>
          </p:cNvPr>
          <p:cNvSpPr/>
          <p:nvPr/>
        </p:nvSpPr>
        <p:spPr>
          <a:xfrm>
            <a:off x="4173007" y="3806274"/>
            <a:ext cx="715449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nWAKEUP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A6FC41C1-4FBE-B768-58FC-0BA2CC8A9948}"/>
              </a:ext>
            </a:extLst>
          </p:cNvPr>
          <p:cNvCxnSpPr>
            <a:cxnSpLocks/>
          </p:cNvCxnSpPr>
          <p:nvPr/>
        </p:nvCxnSpPr>
        <p:spPr>
          <a:xfrm flipH="1">
            <a:off x="4968239" y="1690702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5EB365C-87E1-23C1-1593-B9065B3C3A8B}"/>
              </a:ext>
            </a:extLst>
          </p:cNvPr>
          <p:cNvCxnSpPr>
            <a:cxnSpLocks/>
          </p:cNvCxnSpPr>
          <p:nvPr/>
        </p:nvCxnSpPr>
        <p:spPr>
          <a:xfrm>
            <a:off x="4968239" y="2008577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66E22B2C-58F2-CD06-7767-65B6542A07A7}"/>
              </a:ext>
            </a:extLst>
          </p:cNvPr>
          <p:cNvCxnSpPr>
            <a:cxnSpLocks/>
          </p:cNvCxnSpPr>
          <p:nvPr/>
        </p:nvCxnSpPr>
        <p:spPr>
          <a:xfrm>
            <a:off x="4968239" y="3298794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5A5C15CE-7B10-B8BB-7DAE-1E725BA7B76F}"/>
              </a:ext>
            </a:extLst>
          </p:cNvPr>
          <p:cNvCxnSpPr>
            <a:cxnSpLocks/>
          </p:cNvCxnSpPr>
          <p:nvPr/>
        </p:nvCxnSpPr>
        <p:spPr>
          <a:xfrm>
            <a:off x="4968239" y="3610425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E63C1A41-84FB-C495-7103-E7D2C420F47A}"/>
              </a:ext>
            </a:extLst>
          </p:cNvPr>
          <p:cNvCxnSpPr>
            <a:cxnSpLocks/>
          </p:cNvCxnSpPr>
          <p:nvPr/>
        </p:nvCxnSpPr>
        <p:spPr>
          <a:xfrm>
            <a:off x="4968239" y="3921866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ACAD55A-402E-B3A3-1CD0-4FDF01EDFE7E}"/>
              </a:ext>
            </a:extLst>
          </p:cNvPr>
          <p:cNvCxnSpPr>
            <a:cxnSpLocks/>
          </p:cNvCxnSpPr>
          <p:nvPr/>
        </p:nvCxnSpPr>
        <p:spPr>
          <a:xfrm flipH="1">
            <a:off x="2696135" y="4709298"/>
            <a:ext cx="619545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CD8AC66-9C59-BD9E-93AD-0A4407744820}"/>
              </a:ext>
            </a:extLst>
          </p:cNvPr>
          <p:cNvCxnSpPr>
            <a:cxnSpLocks/>
          </p:cNvCxnSpPr>
          <p:nvPr/>
        </p:nvCxnSpPr>
        <p:spPr>
          <a:xfrm flipV="1">
            <a:off x="2696135" y="4224338"/>
            <a:ext cx="0" cy="49448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DA368B6-5FCD-1FB7-6E00-2808550FECBC}"/>
              </a:ext>
            </a:extLst>
          </p:cNvPr>
          <p:cNvCxnSpPr>
            <a:cxnSpLocks/>
          </p:cNvCxnSpPr>
          <p:nvPr/>
        </p:nvCxnSpPr>
        <p:spPr>
          <a:xfrm>
            <a:off x="2696135" y="3827194"/>
            <a:ext cx="0" cy="700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EAD5610-4760-57C9-44F5-A8EE625AE274}"/>
              </a:ext>
            </a:extLst>
          </p:cNvPr>
          <p:cNvCxnSpPr>
            <a:cxnSpLocks/>
          </p:cNvCxnSpPr>
          <p:nvPr/>
        </p:nvCxnSpPr>
        <p:spPr>
          <a:xfrm flipH="1">
            <a:off x="5753383" y="4709153"/>
            <a:ext cx="61124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Google Shape;441;p31">
            <a:extLst>
              <a:ext uri="{FF2B5EF4-FFF2-40B4-BE49-F238E27FC236}">
                <a16:creationId xmlns:a16="http://schemas.microsoft.com/office/drawing/2014/main" id="{6BDBA803-8AE5-F07D-04C3-721E12699E11}"/>
              </a:ext>
            </a:extLst>
          </p:cNvPr>
          <p:cNvSpPr/>
          <p:nvPr/>
        </p:nvSpPr>
        <p:spPr>
          <a:xfrm>
            <a:off x="4244306" y="4969495"/>
            <a:ext cx="1702752" cy="689200"/>
          </a:xfrm>
          <a:prstGeom prst="roundRect">
            <a:avLst>
              <a:gd name="adj" fmla="val 12159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 Status Signals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(Connector)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FFADB334-DC80-CF1C-EDC4-555B30065AA1}"/>
              </a:ext>
            </a:extLst>
          </p:cNvPr>
          <p:cNvCxnSpPr>
            <a:cxnSpLocks/>
          </p:cNvCxnSpPr>
          <p:nvPr/>
        </p:nvCxnSpPr>
        <p:spPr>
          <a:xfrm>
            <a:off x="3614167" y="4498042"/>
            <a:ext cx="0" cy="43141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25ADB87F-40D4-2E6F-6B8A-B6C74155B24B}"/>
              </a:ext>
            </a:extLst>
          </p:cNvPr>
          <p:cNvCxnSpPr>
            <a:cxnSpLocks/>
          </p:cNvCxnSpPr>
          <p:nvPr/>
        </p:nvCxnSpPr>
        <p:spPr>
          <a:xfrm>
            <a:off x="4538381" y="4503116"/>
            <a:ext cx="0" cy="43141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AB18ACB-C987-845D-196A-2B8AE1D655CC}"/>
              </a:ext>
            </a:extLst>
          </p:cNvPr>
          <p:cNvSpPr/>
          <p:nvPr/>
        </p:nvSpPr>
        <p:spPr>
          <a:xfrm>
            <a:off x="2236489" y="5726341"/>
            <a:ext cx="1831245" cy="108596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t">
            <a:noAutofit/>
          </a:bodyPr>
          <a:lstStyle/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DC Barrel Jack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PMIC(TPS65217)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Power Button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LDO(MIC5209)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Sitara Processor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Oscillator (24MHz/32.768kHz)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USB2.0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Mini-B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Connector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DDR3L Memory</a:t>
            </a:r>
          </a:p>
          <a:p>
            <a:pPr marL="216000" indent="-144000">
              <a:buAutoNum type="arabicPeriod"/>
            </a:pP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B6B3EB3-5F4D-335F-8277-670C02E278AF}"/>
              </a:ext>
            </a:extLst>
          </p:cNvPr>
          <p:cNvSpPr/>
          <p:nvPr/>
        </p:nvSpPr>
        <p:spPr>
          <a:xfrm>
            <a:off x="4244306" y="5726340"/>
            <a:ext cx="2000638" cy="108596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t">
            <a:noAutofit/>
          </a:bodyPr>
          <a:lstStyle/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VTT Regulator(BD3539FVM-TR)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EEPROM(AT24C16)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Micro SD Card Connector(TF-01A)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Ethernet PHY(LAN8710)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RJ45 Connector(HR911105A)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USB-UART Bridge(CP2102)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USB2.0 C-Type Connector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eMMC(MTFC32GAZA)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2B28D428-04EC-B629-4976-56FB04FF7B9C}"/>
              </a:ext>
            </a:extLst>
          </p:cNvPr>
          <p:cNvSpPr/>
          <p:nvPr/>
        </p:nvSpPr>
        <p:spPr>
          <a:xfrm>
            <a:off x="8964230" y="1585307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PB6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6207124-7CA3-3BC6-A080-4760C241C355}"/>
              </a:ext>
            </a:extLst>
          </p:cNvPr>
          <p:cNvSpPr/>
          <p:nvPr/>
        </p:nvSpPr>
        <p:spPr>
          <a:xfrm>
            <a:off x="8964230" y="1887927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PB7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7D31043-A4D0-3B12-2D26-B0178C56D4F5}"/>
              </a:ext>
            </a:extLst>
          </p:cNvPr>
          <p:cNvSpPr/>
          <p:nvPr/>
        </p:nvSpPr>
        <p:spPr>
          <a:xfrm>
            <a:off x="8964230" y="2885010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PA1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9800BBE-16ED-D6DE-1A5F-50DD15F3A175}"/>
              </a:ext>
            </a:extLst>
          </p:cNvPr>
          <p:cNvSpPr/>
          <p:nvPr/>
        </p:nvSpPr>
        <p:spPr>
          <a:xfrm>
            <a:off x="8960573" y="3187700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PA2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457494F-5878-C168-50C6-E0AF06977B58}"/>
              </a:ext>
            </a:extLst>
          </p:cNvPr>
          <p:cNvSpPr/>
          <p:nvPr/>
        </p:nvSpPr>
        <p:spPr>
          <a:xfrm>
            <a:off x="8967714" y="3490391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PA3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57A83FC-26AE-2F61-7AB4-4DCD89E2C580}"/>
              </a:ext>
            </a:extLst>
          </p:cNvPr>
          <p:cNvSpPr/>
          <p:nvPr/>
        </p:nvSpPr>
        <p:spPr>
          <a:xfrm>
            <a:off x="8960573" y="3801216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PA4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9323DAD-7726-9F6A-7B13-C9D342116B10}"/>
              </a:ext>
            </a:extLst>
          </p:cNvPr>
          <p:cNvSpPr/>
          <p:nvPr/>
        </p:nvSpPr>
        <p:spPr>
          <a:xfrm>
            <a:off x="8960573" y="4588503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PA0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D6E8761-1E15-564C-776E-DDDD5965A28E}"/>
              </a:ext>
            </a:extLst>
          </p:cNvPr>
          <p:cNvSpPr/>
          <p:nvPr/>
        </p:nvSpPr>
        <p:spPr>
          <a:xfrm>
            <a:off x="8967714" y="368378"/>
            <a:ext cx="747686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VDD/VDDA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884552-4AE0-5578-F645-EEBB1B3C6521}"/>
              </a:ext>
            </a:extLst>
          </p:cNvPr>
          <p:cNvSpPr/>
          <p:nvPr/>
        </p:nvSpPr>
        <p:spPr>
          <a:xfrm>
            <a:off x="6244943" y="5730985"/>
            <a:ext cx="3105138" cy="108596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t">
            <a:noAutofit/>
          </a:bodyPr>
          <a:lstStyle/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Mezzanine Connector (10144517-101802LF)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Mount Holes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Test LEDs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Test Push-Buttons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67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EA03-83BC-E17E-40CA-F30DC0B8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6;p31">
            <a:extLst>
              <a:ext uri="{FF2B5EF4-FFF2-40B4-BE49-F238E27FC236}">
                <a16:creationId xmlns:a16="http://schemas.microsoft.com/office/drawing/2014/main" id="{1FE9F41F-98FF-BB23-3551-35CBF9FD2EA9}"/>
              </a:ext>
            </a:extLst>
          </p:cNvPr>
          <p:cNvSpPr>
            <a:spLocks/>
          </p:cNvSpPr>
          <p:nvPr/>
        </p:nvSpPr>
        <p:spPr>
          <a:xfrm>
            <a:off x="3189360" y="142541"/>
            <a:ext cx="1702753" cy="4315157"/>
          </a:xfrm>
          <a:prstGeom prst="roundRect">
            <a:avLst>
              <a:gd name="adj" fmla="val 5609"/>
            </a:avLst>
          </a:prstGeom>
          <a:solidFill>
            <a:srgbClr val="FFCCCC"/>
          </a:solidFill>
          <a:ln w="19050" cap="flat" cmpd="sng">
            <a:solidFill>
              <a:srgbClr val="FF99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endParaRPr lang="en-US" sz="14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</a:t>
            </a:r>
          </a:p>
          <a:p>
            <a:pPr algn="ctr">
              <a:lnSpc>
                <a:spcPct val="150000"/>
              </a:lnSpc>
            </a:pPr>
            <a:r>
              <a:rPr lang="en-US" sz="1067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(TPS65217DRSLR)</a:t>
            </a:r>
          </a:p>
          <a:p>
            <a:pPr algn="ctr">
              <a:lnSpc>
                <a:spcPct val="150000"/>
              </a:lnSpc>
            </a:pPr>
            <a:endParaRPr lang="en-US" sz="1067" dirty="0">
              <a:solidFill>
                <a:srgbClr val="000000"/>
              </a:solidFill>
              <a:latin typeface="Malgun Gothic"/>
              <a:ea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endParaRPr sz="1067" dirty="0">
              <a:solidFill>
                <a:srgbClr val="000000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" name="Google Shape;509;p32">
            <a:extLst>
              <a:ext uri="{FF2B5EF4-FFF2-40B4-BE49-F238E27FC236}">
                <a16:creationId xmlns:a16="http://schemas.microsoft.com/office/drawing/2014/main" id="{EE7D0DA7-F8D0-117C-18CA-B69C6E389C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64230" y="142540"/>
            <a:ext cx="1702753" cy="4967340"/>
          </a:xfrm>
          <a:prstGeom prst="roundRect">
            <a:avLst>
              <a:gd name="adj" fmla="val 7831"/>
            </a:avLst>
          </a:prstGeom>
          <a:solidFill>
            <a:srgbClr val="CCCCFF"/>
          </a:solidFill>
          <a:ln w="19050" cap="flat" cmpd="sng">
            <a:solidFill>
              <a:srgbClr val="99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MCU</a:t>
            </a:r>
            <a:endParaRPr sz="1400" dirty="0"/>
          </a:p>
          <a:p>
            <a:pPr algn="ctr">
              <a:lnSpc>
                <a:spcPct val="150000"/>
              </a:lnSpc>
            </a:pPr>
            <a:r>
              <a:rPr lang="en-US" altLang="ko" sz="1067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(STM32C011F6U6TR)</a:t>
            </a:r>
          </a:p>
          <a:p>
            <a:pPr algn="ctr">
              <a:lnSpc>
                <a:spcPct val="150000"/>
              </a:lnSpc>
            </a:pPr>
            <a:endParaRPr sz="1067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443;p31">
            <a:extLst>
              <a:ext uri="{FF2B5EF4-FFF2-40B4-BE49-F238E27FC236}">
                <a16:creationId xmlns:a16="http://schemas.microsoft.com/office/drawing/2014/main" id="{CD38A830-B408-F326-7093-52C70EF4BD5B}"/>
              </a:ext>
            </a:extLst>
          </p:cNvPr>
          <p:cNvSpPr/>
          <p:nvPr/>
        </p:nvSpPr>
        <p:spPr>
          <a:xfrm>
            <a:off x="5867776" y="142543"/>
            <a:ext cx="1267500" cy="603191"/>
          </a:xfrm>
          <a:prstGeom prst="roundRect">
            <a:avLst>
              <a:gd name="adj" fmla="val 11823"/>
            </a:avLst>
          </a:prstGeom>
          <a:solidFill>
            <a:srgbClr val="FFD5FF"/>
          </a:solidFill>
          <a:ln w="19050" cap="flat" cmpd="sng">
            <a:solidFill>
              <a:srgbClr val="FFB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3.3V LDO1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(MIC5209YM-TR)</a:t>
            </a:r>
          </a:p>
        </p:txBody>
      </p:sp>
      <p:sp>
        <p:nvSpPr>
          <p:cNvPr id="8" name="Google Shape;443;p31">
            <a:extLst>
              <a:ext uri="{FF2B5EF4-FFF2-40B4-BE49-F238E27FC236}">
                <a16:creationId xmlns:a16="http://schemas.microsoft.com/office/drawing/2014/main" id="{517D8A28-3497-F72A-DA67-C5B5AEF983C5}"/>
              </a:ext>
            </a:extLst>
          </p:cNvPr>
          <p:cNvSpPr/>
          <p:nvPr/>
        </p:nvSpPr>
        <p:spPr>
          <a:xfrm>
            <a:off x="5867776" y="866443"/>
            <a:ext cx="1267500" cy="603191"/>
          </a:xfrm>
          <a:prstGeom prst="roundRect">
            <a:avLst>
              <a:gd name="adj" fmla="val 11823"/>
            </a:avLst>
          </a:prstGeom>
          <a:solidFill>
            <a:srgbClr val="FFD5FF"/>
          </a:solidFill>
          <a:ln w="19050" cap="flat" cmpd="sng">
            <a:solidFill>
              <a:srgbClr val="FFB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3.3V LDO2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(AM1117-3.3)</a:t>
            </a:r>
          </a:p>
        </p:txBody>
      </p:sp>
      <p:sp>
        <p:nvSpPr>
          <p:cNvPr id="9" name="Google Shape;441;p31">
            <a:extLst>
              <a:ext uri="{FF2B5EF4-FFF2-40B4-BE49-F238E27FC236}">
                <a16:creationId xmlns:a16="http://schemas.microsoft.com/office/drawing/2014/main" id="{07E9AB7A-C859-4771-B739-68C5A4E18161}"/>
              </a:ext>
            </a:extLst>
          </p:cNvPr>
          <p:cNvSpPr/>
          <p:nvPr/>
        </p:nvSpPr>
        <p:spPr>
          <a:xfrm>
            <a:off x="2236490" y="4974632"/>
            <a:ext cx="1702752" cy="689200"/>
          </a:xfrm>
          <a:prstGeom prst="roundRect">
            <a:avLst>
              <a:gd name="adj" fmla="val 12159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 Output Rails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(Connector)</a:t>
            </a:r>
          </a:p>
        </p:txBody>
      </p:sp>
      <p:sp>
        <p:nvSpPr>
          <p:cNvPr id="11" name="Google Shape;447;p31">
            <a:extLst>
              <a:ext uri="{FF2B5EF4-FFF2-40B4-BE49-F238E27FC236}">
                <a16:creationId xmlns:a16="http://schemas.microsoft.com/office/drawing/2014/main" id="{C800BA80-51C3-4905-EF2B-B242578E71A1}"/>
              </a:ext>
            </a:extLst>
          </p:cNvPr>
          <p:cNvSpPr/>
          <p:nvPr/>
        </p:nvSpPr>
        <p:spPr>
          <a:xfrm>
            <a:off x="946197" y="1901576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Power-On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(Push-Button 1)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93BA15F-179B-1F52-CCE6-9A06601F014D}"/>
              </a:ext>
            </a:extLst>
          </p:cNvPr>
          <p:cNvCxnSpPr>
            <a:cxnSpLocks/>
          </p:cNvCxnSpPr>
          <p:nvPr/>
        </p:nvCxnSpPr>
        <p:spPr>
          <a:xfrm>
            <a:off x="2282189" y="447946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0CA826D-744A-D3CD-AB0D-F2CC69ACBFD8}"/>
              </a:ext>
            </a:extLst>
          </p:cNvPr>
          <p:cNvSpPr>
            <a:spLocks/>
          </p:cNvSpPr>
          <p:nvPr/>
        </p:nvSpPr>
        <p:spPr>
          <a:xfrm>
            <a:off x="946196" y="142541"/>
            <a:ext cx="1267500" cy="603193"/>
          </a:xfrm>
          <a:prstGeom prst="roundRect">
            <a:avLst>
              <a:gd name="adj" fmla="val 7649"/>
            </a:avLst>
          </a:prstGeom>
          <a:solidFill>
            <a:srgbClr val="EAEAE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Power Input 1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(DC Barrel Jack)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6D8B5D9-106A-CBE2-0FE2-B6257CA79225}"/>
              </a:ext>
            </a:extLst>
          </p:cNvPr>
          <p:cNvSpPr>
            <a:spLocks/>
          </p:cNvSpPr>
          <p:nvPr/>
        </p:nvSpPr>
        <p:spPr>
          <a:xfrm>
            <a:off x="946196" y="866441"/>
            <a:ext cx="1267500" cy="603193"/>
          </a:xfrm>
          <a:prstGeom prst="roundRect">
            <a:avLst>
              <a:gd name="adj" fmla="val 7649"/>
            </a:avLst>
          </a:prstGeom>
          <a:solidFill>
            <a:srgbClr val="EAEAE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Power Input 2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(USB-C Conn.)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91C41DB-18AA-C632-B93C-740014AA0ED5}"/>
              </a:ext>
            </a:extLst>
          </p:cNvPr>
          <p:cNvCxnSpPr>
            <a:cxnSpLocks/>
          </p:cNvCxnSpPr>
          <p:nvPr/>
        </p:nvCxnSpPr>
        <p:spPr>
          <a:xfrm>
            <a:off x="2282189" y="1148037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447;p31">
            <a:extLst>
              <a:ext uri="{FF2B5EF4-FFF2-40B4-BE49-F238E27FC236}">
                <a16:creationId xmlns:a16="http://schemas.microsoft.com/office/drawing/2014/main" id="{2AD82C34-3329-C600-E276-0EE869DE5363}"/>
              </a:ext>
            </a:extLst>
          </p:cNvPr>
          <p:cNvSpPr/>
          <p:nvPr/>
        </p:nvSpPr>
        <p:spPr>
          <a:xfrm>
            <a:off x="946196" y="2746355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Reset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(Push-Button 2)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23" name="Google Shape;447;p31">
            <a:extLst>
              <a:ext uri="{FF2B5EF4-FFF2-40B4-BE49-F238E27FC236}">
                <a16:creationId xmlns:a16="http://schemas.microsoft.com/office/drawing/2014/main" id="{F252A254-7700-BEBD-854A-705400AE4002}"/>
              </a:ext>
            </a:extLst>
          </p:cNvPr>
          <p:cNvSpPr/>
          <p:nvPr/>
        </p:nvSpPr>
        <p:spPr>
          <a:xfrm>
            <a:off x="946196" y="3591134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Power En.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(Slide Switch 1)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2B65832-D1D3-7D07-139C-2F13B4872A3F}"/>
              </a:ext>
            </a:extLst>
          </p:cNvPr>
          <p:cNvCxnSpPr>
            <a:cxnSpLocks/>
          </p:cNvCxnSpPr>
          <p:nvPr/>
        </p:nvCxnSpPr>
        <p:spPr>
          <a:xfrm>
            <a:off x="4968239" y="444137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16DE669-C1A3-B908-E6C0-99C4378D0B53}"/>
              </a:ext>
            </a:extLst>
          </p:cNvPr>
          <p:cNvCxnSpPr>
            <a:cxnSpLocks/>
          </p:cNvCxnSpPr>
          <p:nvPr/>
        </p:nvCxnSpPr>
        <p:spPr>
          <a:xfrm>
            <a:off x="5289550" y="1148037"/>
            <a:ext cx="51601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70D8EAB-977C-876F-E3A2-6EC927527F6C}"/>
              </a:ext>
            </a:extLst>
          </p:cNvPr>
          <p:cNvCxnSpPr>
            <a:cxnSpLocks/>
          </p:cNvCxnSpPr>
          <p:nvPr/>
        </p:nvCxnSpPr>
        <p:spPr>
          <a:xfrm>
            <a:off x="5289550" y="447450"/>
            <a:ext cx="0" cy="700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51FFB8A-FAA2-8494-0C4F-D4C6A1EF99C1}"/>
              </a:ext>
            </a:extLst>
          </p:cNvPr>
          <p:cNvCxnSpPr>
            <a:cxnSpLocks/>
          </p:cNvCxnSpPr>
          <p:nvPr/>
        </p:nvCxnSpPr>
        <p:spPr>
          <a:xfrm>
            <a:off x="2282188" y="2164975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1AF446D-D005-E35E-B32C-0FE7F1DDC013}"/>
              </a:ext>
            </a:extLst>
          </p:cNvPr>
          <p:cNvCxnSpPr>
            <a:cxnSpLocks/>
          </p:cNvCxnSpPr>
          <p:nvPr/>
        </p:nvCxnSpPr>
        <p:spPr>
          <a:xfrm>
            <a:off x="2282188" y="3009754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BDDC155-A147-2328-0142-DDCC97CFD1D6}"/>
              </a:ext>
            </a:extLst>
          </p:cNvPr>
          <p:cNvCxnSpPr>
            <a:cxnSpLocks/>
          </p:cNvCxnSpPr>
          <p:nvPr/>
        </p:nvCxnSpPr>
        <p:spPr>
          <a:xfrm>
            <a:off x="2282187" y="3820266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21E0D76-DAAB-0553-2DF4-54FF3F8398DF}"/>
              </a:ext>
            </a:extLst>
          </p:cNvPr>
          <p:cNvSpPr/>
          <p:nvPr/>
        </p:nvSpPr>
        <p:spPr>
          <a:xfrm>
            <a:off x="4184650" y="323487"/>
            <a:ext cx="707463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VOUT_SYS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6533E6D-D0AE-6E16-40DF-675E9692D7CA}"/>
              </a:ext>
            </a:extLst>
          </p:cNvPr>
          <p:cNvSpPr/>
          <p:nvPr/>
        </p:nvSpPr>
        <p:spPr>
          <a:xfrm>
            <a:off x="3189358" y="323487"/>
            <a:ext cx="813755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EXT_VIN_DC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8AFEEB7-E295-134D-2029-56AB5729820E}"/>
              </a:ext>
            </a:extLst>
          </p:cNvPr>
          <p:cNvSpPr/>
          <p:nvPr/>
        </p:nvSpPr>
        <p:spPr>
          <a:xfrm>
            <a:off x="3180066" y="1027387"/>
            <a:ext cx="834574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EXT_VIN_USB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C7AA90D-C876-46CD-557D-4EDCD690F5BA}"/>
              </a:ext>
            </a:extLst>
          </p:cNvPr>
          <p:cNvSpPr/>
          <p:nvPr/>
        </p:nvSpPr>
        <p:spPr>
          <a:xfrm>
            <a:off x="3180066" y="2044325"/>
            <a:ext cx="483884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PB_IN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D0BB351-FE9D-45DB-FD35-714F354D58C7}"/>
              </a:ext>
            </a:extLst>
          </p:cNvPr>
          <p:cNvSpPr/>
          <p:nvPr/>
        </p:nvSpPr>
        <p:spPr>
          <a:xfrm>
            <a:off x="3180066" y="2889104"/>
            <a:ext cx="541034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nRESET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B096509-6CA6-A7B6-6698-68A86B146952}"/>
              </a:ext>
            </a:extLst>
          </p:cNvPr>
          <p:cNvSpPr/>
          <p:nvPr/>
        </p:nvSpPr>
        <p:spPr>
          <a:xfrm>
            <a:off x="3188392" y="3699616"/>
            <a:ext cx="5962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PWR_EN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903BF3A-5D8D-6B2E-CB41-8612A6748477}"/>
              </a:ext>
            </a:extLst>
          </p:cNvPr>
          <p:cNvGrpSpPr/>
          <p:nvPr/>
        </p:nvGrpSpPr>
        <p:grpSpPr>
          <a:xfrm>
            <a:off x="7218254" y="368378"/>
            <a:ext cx="641680" cy="151518"/>
            <a:chOff x="7112794" y="2769394"/>
            <a:chExt cx="641680" cy="15151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EE34F54-DBB8-C31A-8CA2-D0BCAA2EC1AB}"/>
                </a:ext>
              </a:extLst>
            </p:cNvPr>
            <p:cNvSpPr/>
            <p:nvPr/>
          </p:nvSpPr>
          <p:spPr>
            <a:xfrm>
              <a:off x="7270750" y="2846744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63AB5CD-A8A4-0155-FB9F-52A3FB79D6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2794" y="287703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29978834-0B61-79A9-FCEF-5CA214A25305}"/>
                </a:ext>
              </a:extLst>
            </p:cNvPr>
            <p:cNvCxnSpPr>
              <a:cxnSpLocks/>
              <a:endCxn id="44" idx="7"/>
            </p:cNvCxnSpPr>
            <p:nvPr/>
          </p:nvCxnSpPr>
          <p:spPr>
            <a:xfrm flipH="1">
              <a:off x="7332206" y="2769394"/>
              <a:ext cx="194693" cy="878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753BCB76-BF36-7538-32DF-7C7B3BF5CD73}"/>
                </a:ext>
              </a:extLst>
            </p:cNvPr>
            <p:cNvSpPr/>
            <p:nvPr/>
          </p:nvSpPr>
          <p:spPr>
            <a:xfrm>
              <a:off x="7526899" y="2848912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5BAEB50F-E7D0-B57E-EC8C-CBA23B9DC5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8899" y="288491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D1A7BC5-329D-3A01-1335-E03F97025C49}"/>
              </a:ext>
            </a:extLst>
          </p:cNvPr>
          <p:cNvGrpSpPr/>
          <p:nvPr/>
        </p:nvGrpSpPr>
        <p:grpSpPr>
          <a:xfrm>
            <a:off x="7214172" y="1027387"/>
            <a:ext cx="641680" cy="151518"/>
            <a:chOff x="7112794" y="2769394"/>
            <a:chExt cx="641680" cy="151518"/>
          </a:xfrm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DBA1CC75-9CA5-FAFD-A149-E7065DB3A0B6}"/>
                </a:ext>
              </a:extLst>
            </p:cNvPr>
            <p:cNvSpPr/>
            <p:nvPr/>
          </p:nvSpPr>
          <p:spPr>
            <a:xfrm>
              <a:off x="7270750" y="2846744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D77F3708-AC02-AC2F-7D04-0B4F10EDEC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2794" y="287703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3843E86D-0A7F-8EAA-872E-1301B62A2A16}"/>
                </a:ext>
              </a:extLst>
            </p:cNvPr>
            <p:cNvCxnSpPr>
              <a:cxnSpLocks/>
              <a:endCxn id="59" idx="7"/>
            </p:cNvCxnSpPr>
            <p:nvPr/>
          </p:nvCxnSpPr>
          <p:spPr>
            <a:xfrm flipH="1">
              <a:off x="7332206" y="2769394"/>
              <a:ext cx="194693" cy="878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1DE383AB-1C8A-261F-5078-021CF9A524D7}"/>
                </a:ext>
              </a:extLst>
            </p:cNvPr>
            <p:cNvSpPr/>
            <p:nvPr/>
          </p:nvSpPr>
          <p:spPr>
            <a:xfrm>
              <a:off x="7526899" y="2848912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0678BE96-049D-55B5-6353-FD5FF1AD56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8899" y="288491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E1D01F19-1C66-8B32-8C07-53F2725183C5}"/>
              </a:ext>
            </a:extLst>
          </p:cNvPr>
          <p:cNvCxnSpPr>
            <a:cxnSpLocks/>
          </p:cNvCxnSpPr>
          <p:nvPr/>
        </p:nvCxnSpPr>
        <p:spPr>
          <a:xfrm>
            <a:off x="7778064" y="483977"/>
            <a:ext cx="1113524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BC15074-9D3B-2A61-8D37-D09037D69979}"/>
              </a:ext>
            </a:extLst>
          </p:cNvPr>
          <p:cNvCxnSpPr>
            <a:cxnSpLocks/>
          </p:cNvCxnSpPr>
          <p:nvPr/>
        </p:nvCxnSpPr>
        <p:spPr>
          <a:xfrm flipH="1">
            <a:off x="7750626" y="1141342"/>
            <a:ext cx="493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2548870C-1028-963B-F4CA-8B9A42006252}"/>
              </a:ext>
            </a:extLst>
          </p:cNvPr>
          <p:cNvCxnSpPr>
            <a:cxnSpLocks/>
          </p:cNvCxnSpPr>
          <p:nvPr/>
        </p:nvCxnSpPr>
        <p:spPr>
          <a:xfrm>
            <a:off x="8239126" y="488658"/>
            <a:ext cx="0" cy="65900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E213D7EC-C728-F766-C613-DB4685295980}"/>
              </a:ext>
            </a:extLst>
          </p:cNvPr>
          <p:cNvCxnSpPr>
            <a:cxnSpLocks/>
          </p:cNvCxnSpPr>
          <p:nvPr/>
        </p:nvCxnSpPr>
        <p:spPr>
          <a:xfrm>
            <a:off x="4968239" y="3009754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B0CA09E-154B-AFE2-C912-854E9D6EC873}"/>
              </a:ext>
            </a:extLst>
          </p:cNvPr>
          <p:cNvSpPr/>
          <p:nvPr/>
        </p:nvSpPr>
        <p:spPr>
          <a:xfrm>
            <a:off x="4502605" y="1585307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SCL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28A8CC3-3278-70F8-57A4-9AD0DD62B417}"/>
              </a:ext>
            </a:extLst>
          </p:cNvPr>
          <p:cNvSpPr/>
          <p:nvPr/>
        </p:nvSpPr>
        <p:spPr>
          <a:xfrm>
            <a:off x="4502605" y="1892395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SDA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F46F424-8B24-A379-E247-25B71BC49C97}"/>
              </a:ext>
            </a:extLst>
          </p:cNvPr>
          <p:cNvSpPr/>
          <p:nvPr/>
        </p:nvSpPr>
        <p:spPr>
          <a:xfrm>
            <a:off x="4321247" y="2885010"/>
            <a:ext cx="570866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PGOOD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8B3FF7F-81E7-976E-6FC9-D9C25AD42034}"/>
              </a:ext>
            </a:extLst>
          </p:cNvPr>
          <p:cNvSpPr/>
          <p:nvPr/>
        </p:nvSpPr>
        <p:spPr>
          <a:xfrm>
            <a:off x="3905478" y="3192098"/>
            <a:ext cx="98297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PGOOD_LDO1/2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665B75F-15E6-0451-13CA-E2819FE9110F}"/>
              </a:ext>
            </a:extLst>
          </p:cNvPr>
          <p:cNvSpPr/>
          <p:nvPr/>
        </p:nvSpPr>
        <p:spPr>
          <a:xfrm>
            <a:off x="4393156" y="3499186"/>
            <a:ext cx="495300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nINT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A5B45D5-77A4-9ED1-C05A-76B014C40D04}"/>
              </a:ext>
            </a:extLst>
          </p:cNvPr>
          <p:cNvSpPr/>
          <p:nvPr/>
        </p:nvSpPr>
        <p:spPr>
          <a:xfrm>
            <a:off x="4173007" y="3806274"/>
            <a:ext cx="715449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nWAKEUP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702B680F-8CB9-92F8-4BFC-710A1123F6C5}"/>
              </a:ext>
            </a:extLst>
          </p:cNvPr>
          <p:cNvCxnSpPr>
            <a:cxnSpLocks/>
          </p:cNvCxnSpPr>
          <p:nvPr/>
        </p:nvCxnSpPr>
        <p:spPr>
          <a:xfrm flipH="1">
            <a:off x="4968239" y="1690702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6808539-C3DC-21CB-99D0-F67C2867971B}"/>
              </a:ext>
            </a:extLst>
          </p:cNvPr>
          <p:cNvCxnSpPr>
            <a:cxnSpLocks/>
          </p:cNvCxnSpPr>
          <p:nvPr/>
        </p:nvCxnSpPr>
        <p:spPr>
          <a:xfrm>
            <a:off x="4968239" y="2008577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622CFDB8-55E3-54F1-0455-DB687D005C16}"/>
              </a:ext>
            </a:extLst>
          </p:cNvPr>
          <p:cNvCxnSpPr>
            <a:cxnSpLocks/>
          </p:cNvCxnSpPr>
          <p:nvPr/>
        </p:nvCxnSpPr>
        <p:spPr>
          <a:xfrm>
            <a:off x="4968239" y="3298794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CD72ECF-EFDC-88DD-EBEF-6A49F8AD0E4C}"/>
              </a:ext>
            </a:extLst>
          </p:cNvPr>
          <p:cNvCxnSpPr>
            <a:cxnSpLocks/>
          </p:cNvCxnSpPr>
          <p:nvPr/>
        </p:nvCxnSpPr>
        <p:spPr>
          <a:xfrm>
            <a:off x="4968239" y="3610425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96539DC1-F4B3-E318-95B6-EE91F2DC267B}"/>
              </a:ext>
            </a:extLst>
          </p:cNvPr>
          <p:cNvCxnSpPr>
            <a:cxnSpLocks/>
          </p:cNvCxnSpPr>
          <p:nvPr/>
        </p:nvCxnSpPr>
        <p:spPr>
          <a:xfrm>
            <a:off x="4968239" y="3921866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29359B2B-3228-500E-2268-1B8AB74F0EC2}"/>
              </a:ext>
            </a:extLst>
          </p:cNvPr>
          <p:cNvCxnSpPr>
            <a:cxnSpLocks/>
          </p:cNvCxnSpPr>
          <p:nvPr/>
        </p:nvCxnSpPr>
        <p:spPr>
          <a:xfrm flipH="1">
            <a:off x="2696135" y="4709298"/>
            <a:ext cx="619545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998006B-D9E1-A33F-1709-E66DAE45230C}"/>
              </a:ext>
            </a:extLst>
          </p:cNvPr>
          <p:cNvCxnSpPr>
            <a:cxnSpLocks/>
          </p:cNvCxnSpPr>
          <p:nvPr/>
        </p:nvCxnSpPr>
        <p:spPr>
          <a:xfrm flipV="1">
            <a:off x="2696135" y="4224338"/>
            <a:ext cx="0" cy="49448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C6EB00B6-F05B-1315-0077-DFE0D867098C}"/>
              </a:ext>
            </a:extLst>
          </p:cNvPr>
          <p:cNvCxnSpPr>
            <a:cxnSpLocks/>
          </p:cNvCxnSpPr>
          <p:nvPr/>
        </p:nvCxnSpPr>
        <p:spPr>
          <a:xfrm>
            <a:off x="2696135" y="3827194"/>
            <a:ext cx="0" cy="700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A3DC1E8-B4D0-E66C-A1FA-3B724043815C}"/>
              </a:ext>
            </a:extLst>
          </p:cNvPr>
          <p:cNvCxnSpPr>
            <a:cxnSpLocks/>
          </p:cNvCxnSpPr>
          <p:nvPr/>
        </p:nvCxnSpPr>
        <p:spPr>
          <a:xfrm flipH="1">
            <a:off x="5753383" y="4709153"/>
            <a:ext cx="61124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Google Shape;441;p31">
            <a:extLst>
              <a:ext uri="{FF2B5EF4-FFF2-40B4-BE49-F238E27FC236}">
                <a16:creationId xmlns:a16="http://schemas.microsoft.com/office/drawing/2014/main" id="{884270FC-49C0-01A5-B439-76C60C0FEACC}"/>
              </a:ext>
            </a:extLst>
          </p:cNvPr>
          <p:cNvSpPr/>
          <p:nvPr/>
        </p:nvSpPr>
        <p:spPr>
          <a:xfrm>
            <a:off x="4244306" y="4969495"/>
            <a:ext cx="1702752" cy="689200"/>
          </a:xfrm>
          <a:prstGeom prst="roundRect">
            <a:avLst>
              <a:gd name="adj" fmla="val 12159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 Status Signals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(Connector)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46E4FD8-B100-59CD-C378-707CD656CA44}"/>
              </a:ext>
            </a:extLst>
          </p:cNvPr>
          <p:cNvCxnSpPr>
            <a:cxnSpLocks/>
          </p:cNvCxnSpPr>
          <p:nvPr/>
        </p:nvCxnSpPr>
        <p:spPr>
          <a:xfrm>
            <a:off x="3614167" y="4498042"/>
            <a:ext cx="0" cy="43141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6B37DBE-DDA1-B613-8BFE-75BA2D963812}"/>
              </a:ext>
            </a:extLst>
          </p:cNvPr>
          <p:cNvCxnSpPr>
            <a:cxnSpLocks/>
          </p:cNvCxnSpPr>
          <p:nvPr/>
        </p:nvCxnSpPr>
        <p:spPr>
          <a:xfrm>
            <a:off x="4538381" y="4503116"/>
            <a:ext cx="0" cy="43141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1B43F9C-F266-0A6A-4B2C-044DEE354D76}"/>
              </a:ext>
            </a:extLst>
          </p:cNvPr>
          <p:cNvSpPr/>
          <p:nvPr/>
        </p:nvSpPr>
        <p:spPr>
          <a:xfrm>
            <a:off x="2236490" y="5726341"/>
            <a:ext cx="1702752" cy="108596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t">
            <a:noAutofit/>
          </a:bodyPr>
          <a:lstStyle/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DP5VS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DP1.35V (DCDC1’s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DP1.1V (DCDC2’s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DP1.1V (DCDC3’s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DP1.8V (LDO1’s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DP3.3V (LDO2’s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DP1.8V (LDO3’s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DP3.3V (LDO4’s Vout)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15198404-3E51-438E-CED4-28F08CDFB952}"/>
              </a:ext>
            </a:extLst>
          </p:cNvPr>
          <p:cNvSpPr/>
          <p:nvPr/>
        </p:nvSpPr>
        <p:spPr>
          <a:xfrm>
            <a:off x="4244306" y="5726340"/>
            <a:ext cx="1702752" cy="108596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t">
            <a:noAutofit/>
          </a:bodyPr>
          <a:lstStyle/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Power Enable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PGOOD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LDO PGOOD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nINT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nWAKEUP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I2C1 SCL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I2C1 SDA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267134C-1C77-2FFD-B55A-CFCE7D3EA415}"/>
              </a:ext>
            </a:extLst>
          </p:cNvPr>
          <p:cNvSpPr/>
          <p:nvPr/>
        </p:nvSpPr>
        <p:spPr>
          <a:xfrm>
            <a:off x="8964230" y="1585307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PB6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6552627-4FA1-BE90-2E15-1AC1765F5AFC}"/>
              </a:ext>
            </a:extLst>
          </p:cNvPr>
          <p:cNvSpPr/>
          <p:nvPr/>
        </p:nvSpPr>
        <p:spPr>
          <a:xfrm>
            <a:off x="8964230" y="1887927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PB7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E8CA7F8B-D935-5CA9-D44C-AC5ACEB445D8}"/>
              </a:ext>
            </a:extLst>
          </p:cNvPr>
          <p:cNvSpPr/>
          <p:nvPr/>
        </p:nvSpPr>
        <p:spPr>
          <a:xfrm>
            <a:off x="8964230" y="2885010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PA1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E74D4CBC-3477-EAC1-F4C4-9888926F65CB}"/>
              </a:ext>
            </a:extLst>
          </p:cNvPr>
          <p:cNvSpPr/>
          <p:nvPr/>
        </p:nvSpPr>
        <p:spPr>
          <a:xfrm>
            <a:off x="8960573" y="3187700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PA2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17B5EB4D-A314-4529-344E-E3F430B84592}"/>
              </a:ext>
            </a:extLst>
          </p:cNvPr>
          <p:cNvSpPr/>
          <p:nvPr/>
        </p:nvSpPr>
        <p:spPr>
          <a:xfrm>
            <a:off x="8967714" y="3490391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PA3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267B4EF-0189-4AA0-EC01-D6B6ABD642E0}"/>
              </a:ext>
            </a:extLst>
          </p:cNvPr>
          <p:cNvSpPr/>
          <p:nvPr/>
        </p:nvSpPr>
        <p:spPr>
          <a:xfrm>
            <a:off x="8960573" y="3801216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PA4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FD77CDD-E6CF-1FA3-C455-2C41579B8D3E}"/>
              </a:ext>
            </a:extLst>
          </p:cNvPr>
          <p:cNvSpPr/>
          <p:nvPr/>
        </p:nvSpPr>
        <p:spPr>
          <a:xfrm>
            <a:off x="8960573" y="4588503"/>
            <a:ext cx="389508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PA0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1930A32-5825-36F8-E7A3-2A800BDEED18}"/>
              </a:ext>
            </a:extLst>
          </p:cNvPr>
          <p:cNvSpPr/>
          <p:nvPr/>
        </p:nvSpPr>
        <p:spPr>
          <a:xfrm>
            <a:off x="8967714" y="368378"/>
            <a:ext cx="747686" cy="2413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VDD/VDDA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05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92BC0-0A5D-F5D7-ECE0-DEE62860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6;p31">
            <a:extLst>
              <a:ext uri="{FF2B5EF4-FFF2-40B4-BE49-F238E27FC236}">
                <a16:creationId xmlns:a16="http://schemas.microsoft.com/office/drawing/2014/main" id="{989E4F9E-1675-750A-889D-B9B5F8572FE5}"/>
              </a:ext>
            </a:extLst>
          </p:cNvPr>
          <p:cNvSpPr>
            <a:spLocks/>
          </p:cNvSpPr>
          <p:nvPr/>
        </p:nvSpPr>
        <p:spPr>
          <a:xfrm>
            <a:off x="3189360" y="142541"/>
            <a:ext cx="1702753" cy="4315157"/>
          </a:xfrm>
          <a:prstGeom prst="roundRect">
            <a:avLst>
              <a:gd name="adj" fmla="val 5609"/>
            </a:avLst>
          </a:prstGeom>
          <a:solidFill>
            <a:srgbClr val="FFCCCC"/>
          </a:solidFill>
          <a:ln w="19050" cap="flat" cmpd="sng">
            <a:solidFill>
              <a:srgbClr val="FF99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endParaRPr lang="en-US" sz="14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</a:t>
            </a:r>
          </a:p>
          <a:p>
            <a:pPr algn="ctr">
              <a:lnSpc>
                <a:spcPct val="150000"/>
              </a:lnSpc>
            </a:pPr>
            <a:r>
              <a:rPr lang="en-US" sz="1067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(TPS65217DRSLR)</a:t>
            </a:r>
          </a:p>
          <a:p>
            <a:pPr algn="ctr">
              <a:lnSpc>
                <a:spcPct val="150000"/>
              </a:lnSpc>
            </a:pPr>
            <a:endParaRPr lang="en-US" sz="1067" dirty="0">
              <a:solidFill>
                <a:srgbClr val="000000"/>
              </a:solidFill>
              <a:latin typeface="Malgun Gothic"/>
              <a:ea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endParaRPr sz="1067" dirty="0">
              <a:solidFill>
                <a:srgbClr val="000000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" name="Google Shape;509;p32">
            <a:extLst>
              <a:ext uri="{FF2B5EF4-FFF2-40B4-BE49-F238E27FC236}">
                <a16:creationId xmlns:a16="http://schemas.microsoft.com/office/drawing/2014/main" id="{E381203C-4BE8-260D-D87F-D23C2B42C5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64230" y="142540"/>
            <a:ext cx="1702753" cy="4967340"/>
          </a:xfrm>
          <a:prstGeom prst="roundRect">
            <a:avLst>
              <a:gd name="adj" fmla="val 7831"/>
            </a:avLst>
          </a:prstGeom>
          <a:solidFill>
            <a:srgbClr val="CCCCFF"/>
          </a:solidFill>
          <a:ln w="19050" cap="flat" cmpd="sng">
            <a:solidFill>
              <a:srgbClr val="99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MCU</a:t>
            </a:r>
            <a:endParaRPr sz="1400" dirty="0"/>
          </a:p>
          <a:p>
            <a:pPr algn="ctr">
              <a:lnSpc>
                <a:spcPct val="150000"/>
              </a:lnSpc>
            </a:pPr>
            <a:r>
              <a:rPr lang="en-US" altLang="ko" sz="1067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(STM32C011F6U6TR)</a:t>
            </a:r>
          </a:p>
          <a:p>
            <a:pPr algn="ctr">
              <a:lnSpc>
                <a:spcPct val="150000"/>
              </a:lnSpc>
            </a:pPr>
            <a:endParaRPr sz="1067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443;p31">
            <a:extLst>
              <a:ext uri="{FF2B5EF4-FFF2-40B4-BE49-F238E27FC236}">
                <a16:creationId xmlns:a16="http://schemas.microsoft.com/office/drawing/2014/main" id="{C75DF195-70CB-3E3F-32F7-749AA5F3F1A8}"/>
              </a:ext>
            </a:extLst>
          </p:cNvPr>
          <p:cNvSpPr/>
          <p:nvPr/>
        </p:nvSpPr>
        <p:spPr>
          <a:xfrm>
            <a:off x="5867776" y="142543"/>
            <a:ext cx="1267500" cy="603191"/>
          </a:xfrm>
          <a:prstGeom prst="roundRect">
            <a:avLst>
              <a:gd name="adj" fmla="val 11823"/>
            </a:avLst>
          </a:prstGeom>
          <a:solidFill>
            <a:srgbClr val="FFD5FF"/>
          </a:solidFill>
          <a:ln w="19050" cap="flat" cmpd="sng">
            <a:solidFill>
              <a:srgbClr val="FFB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3.3V LDO1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(MIC5209YM-TR)</a:t>
            </a:r>
          </a:p>
        </p:txBody>
      </p:sp>
      <p:sp>
        <p:nvSpPr>
          <p:cNvPr id="8" name="Google Shape;443;p31">
            <a:extLst>
              <a:ext uri="{FF2B5EF4-FFF2-40B4-BE49-F238E27FC236}">
                <a16:creationId xmlns:a16="http://schemas.microsoft.com/office/drawing/2014/main" id="{A2E23C7D-51CC-C984-B1EF-1B796322C57E}"/>
              </a:ext>
            </a:extLst>
          </p:cNvPr>
          <p:cNvSpPr/>
          <p:nvPr/>
        </p:nvSpPr>
        <p:spPr>
          <a:xfrm>
            <a:off x="5867776" y="866443"/>
            <a:ext cx="1267500" cy="603191"/>
          </a:xfrm>
          <a:prstGeom prst="roundRect">
            <a:avLst>
              <a:gd name="adj" fmla="val 11823"/>
            </a:avLst>
          </a:prstGeom>
          <a:solidFill>
            <a:srgbClr val="FFD5FF"/>
          </a:solidFill>
          <a:ln w="19050" cap="flat" cmpd="sng">
            <a:solidFill>
              <a:srgbClr val="FFB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3.3V LDO2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Malgun Gothic"/>
                <a:ea typeface="Malgun Gothic"/>
                <a:sym typeface="Malgun Gothic"/>
              </a:rPr>
              <a:t>(AM1117-3.3)</a:t>
            </a:r>
          </a:p>
        </p:txBody>
      </p:sp>
      <p:sp>
        <p:nvSpPr>
          <p:cNvPr id="9" name="Google Shape;441;p31">
            <a:extLst>
              <a:ext uri="{FF2B5EF4-FFF2-40B4-BE49-F238E27FC236}">
                <a16:creationId xmlns:a16="http://schemas.microsoft.com/office/drawing/2014/main" id="{83CC65CB-B694-B131-2490-951423610325}"/>
              </a:ext>
            </a:extLst>
          </p:cNvPr>
          <p:cNvSpPr/>
          <p:nvPr/>
        </p:nvSpPr>
        <p:spPr>
          <a:xfrm>
            <a:off x="2236490" y="4974632"/>
            <a:ext cx="1702752" cy="689200"/>
          </a:xfrm>
          <a:prstGeom prst="roundRect">
            <a:avLst>
              <a:gd name="adj" fmla="val 12159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 Output Rails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(Connector)</a:t>
            </a:r>
          </a:p>
        </p:txBody>
      </p:sp>
      <p:sp>
        <p:nvSpPr>
          <p:cNvPr id="11" name="Google Shape;447;p31">
            <a:extLst>
              <a:ext uri="{FF2B5EF4-FFF2-40B4-BE49-F238E27FC236}">
                <a16:creationId xmlns:a16="http://schemas.microsoft.com/office/drawing/2014/main" id="{027DB8DC-28DE-C971-D754-CA14FED7BEB1}"/>
              </a:ext>
            </a:extLst>
          </p:cNvPr>
          <p:cNvSpPr/>
          <p:nvPr/>
        </p:nvSpPr>
        <p:spPr>
          <a:xfrm>
            <a:off x="946197" y="1901576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Power-On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(Push-Button 1)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FBE704B-FC56-65E9-34FB-FC79B19520E0}"/>
              </a:ext>
            </a:extLst>
          </p:cNvPr>
          <p:cNvCxnSpPr>
            <a:cxnSpLocks/>
          </p:cNvCxnSpPr>
          <p:nvPr/>
        </p:nvCxnSpPr>
        <p:spPr>
          <a:xfrm>
            <a:off x="2282189" y="447946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5937B56-FBA5-8085-7F7E-BD5CD8C49DDD}"/>
              </a:ext>
            </a:extLst>
          </p:cNvPr>
          <p:cNvSpPr>
            <a:spLocks/>
          </p:cNvSpPr>
          <p:nvPr/>
        </p:nvSpPr>
        <p:spPr>
          <a:xfrm>
            <a:off x="946196" y="142541"/>
            <a:ext cx="1267500" cy="603193"/>
          </a:xfrm>
          <a:prstGeom prst="roundRect">
            <a:avLst>
              <a:gd name="adj" fmla="val 7649"/>
            </a:avLst>
          </a:prstGeom>
          <a:solidFill>
            <a:srgbClr val="EAEAE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Power Input 1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(DC Barrel Jack)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9BABBDC-DB3A-22BE-4517-5CE8C5EAE1E4}"/>
              </a:ext>
            </a:extLst>
          </p:cNvPr>
          <p:cNvSpPr>
            <a:spLocks/>
          </p:cNvSpPr>
          <p:nvPr/>
        </p:nvSpPr>
        <p:spPr>
          <a:xfrm>
            <a:off x="946196" y="866441"/>
            <a:ext cx="1267500" cy="603193"/>
          </a:xfrm>
          <a:prstGeom prst="roundRect">
            <a:avLst>
              <a:gd name="adj" fmla="val 7649"/>
            </a:avLst>
          </a:prstGeom>
          <a:solidFill>
            <a:srgbClr val="EAEAE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Power Input 2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(USB-C Conn.)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955FC57-01F0-2C4F-F677-124C40734B75}"/>
              </a:ext>
            </a:extLst>
          </p:cNvPr>
          <p:cNvCxnSpPr>
            <a:cxnSpLocks/>
          </p:cNvCxnSpPr>
          <p:nvPr/>
        </p:nvCxnSpPr>
        <p:spPr>
          <a:xfrm>
            <a:off x="2282189" y="1148037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447;p31">
            <a:extLst>
              <a:ext uri="{FF2B5EF4-FFF2-40B4-BE49-F238E27FC236}">
                <a16:creationId xmlns:a16="http://schemas.microsoft.com/office/drawing/2014/main" id="{A1D10097-15EC-F734-9E43-8C2BB042C3C2}"/>
              </a:ext>
            </a:extLst>
          </p:cNvPr>
          <p:cNvSpPr/>
          <p:nvPr/>
        </p:nvSpPr>
        <p:spPr>
          <a:xfrm>
            <a:off x="946196" y="2746355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Reset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(Push-Button 2)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23" name="Google Shape;447;p31">
            <a:extLst>
              <a:ext uri="{FF2B5EF4-FFF2-40B4-BE49-F238E27FC236}">
                <a16:creationId xmlns:a16="http://schemas.microsoft.com/office/drawing/2014/main" id="{EEB014D5-13EB-029B-F831-384AF52FB279}"/>
              </a:ext>
            </a:extLst>
          </p:cNvPr>
          <p:cNvSpPr/>
          <p:nvPr/>
        </p:nvSpPr>
        <p:spPr>
          <a:xfrm>
            <a:off x="946196" y="3591134"/>
            <a:ext cx="1267500" cy="526798"/>
          </a:xfrm>
          <a:prstGeom prst="roundRect">
            <a:avLst>
              <a:gd name="adj" fmla="val 13030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PMIC Power En.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/>
              <a:t>(Slide Switch 1)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033FF91-9F9F-96DD-7F89-7A87A72A0A40}"/>
              </a:ext>
            </a:extLst>
          </p:cNvPr>
          <p:cNvCxnSpPr>
            <a:cxnSpLocks/>
          </p:cNvCxnSpPr>
          <p:nvPr/>
        </p:nvCxnSpPr>
        <p:spPr>
          <a:xfrm>
            <a:off x="4968239" y="444137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648F781-5E29-82F0-3158-F36DE9C062B6}"/>
              </a:ext>
            </a:extLst>
          </p:cNvPr>
          <p:cNvCxnSpPr>
            <a:cxnSpLocks/>
          </p:cNvCxnSpPr>
          <p:nvPr/>
        </p:nvCxnSpPr>
        <p:spPr>
          <a:xfrm>
            <a:off x="5289550" y="1148037"/>
            <a:ext cx="51601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10C2362-D29B-BF93-AAA1-C57FE3D593BE}"/>
              </a:ext>
            </a:extLst>
          </p:cNvPr>
          <p:cNvCxnSpPr>
            <a:cxnSpLocks/>
          </p:cNvCxnSpPr>
          <p:nvPr/>
        </p:nvCxnSpPr>
        <p:spPr>
          <a:xfrm>
            <a:off x="5289550" y="447450"/>
            <a:ext cx="0" cy="700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D5187EA-4359-57A9-5D0C-247DA01C6A95}"/>
              </a:ext>
            </a:extLst>
          </p:cNvPr>
          <p:cNvCxnSpPr>
            <a:cxnSpLocks/>
          </p:cNvCxnSpPr>
          <p:nvPr/>
        </p:nvCxnSpPr>
        <p:spPr>
          <a:xfrm>
            <a:off x="2282188" y="2164975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5FAA818-FC62-D4BD-9665-077892E29AB4}"/>
              </a:ext>
            </a:extLst>
          </p:cNvPr>
          <p:cNvCxnSpPr>
            <a:cxnSpLocks/>
          </p:cNvCxnSpPr>
          <p:nvPr/>
        </p:nvCxnSpPr>
        <p:spPr>
          <a:xfrm>
            <a:off x="2282188" y="3009754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850A21C-0524-5805-093D-6EAB5B2532AD}"/>
              </a:ext>
            </a:extLst>
          </p:cNvPr>
          <p:cNvCxnSpPr>
            <a:cxnSpLocks/>
          </p:cNvCxnSpPr>
          <p:nvPr/>
        </p:nvCxnSpPr>
        <p:spPr>
          <a:xfrm>
            <a:off x="2282187" y="3820266"/>
            <a:ext cx="835661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9567242-E07F-3C46-7B51-A50CA916E566}"/>
              </a:ext>
            </a:extLst>
          </p:cNvPr>
          <p:cNvSpPr/>
          <p:nvPr/>
        </p:nvSpPr>
        <p:spPr>
          <a:xfrm>
            <a:off x="4184650" y="323487"/>
            <a:ext cx="707463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VOUT_SYS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D9B4B32-534F-3654-E0BE-712E5C8E529A}"/>
              </a:ext>
            </a:extLst>
          </p:cNvPr>
          <p:cNvSpPr/>
          <p:nvPr/>
        </p:nvSpPr>
        <p:spPr>
          <a:xfrm>
            <a:off x="3189358" y="323487"/>
            <a:ext cx="813755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EXT_VIN_DC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5308E5-8820-9BBA-E992-EFCA14818D08}"/>
              </a:ext>
            </a:extLst>
          </p:cNvPr>
          <p:cNvSpPr/>
          <p:nvPr/>
        </p:nvSpPr>
        <p:spPr>
          <a:xfrm>
            <a:off x="3180066" y="1027387"/>
            <a:ext cx="834574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EXT_VIN_USB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B0C2D93-BDB7-294C-773F-1C7CE374AD68}"/>
              </a:ext>
            </a:extLst>
          </p:cNvPr>
          <p:cNvSpPr/>
          <p:nvPr/>
        </p:nvSpPr>
        <p:spPr>
          <a:xfrm>
            <a:off x="3180066" y="2044325"/>
            <a:ext cx="483884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PB_IN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8537267-9CB4-41FC-070B-BF77B89412A3}"/>
              </a:ext>
            </a:extLst>
          </p:cNvPr>
          <p:cNvSpPr/>
          <p:nvPr/>
        </p:nvSpPr>
        <p:spPr>
          <a:xfrm>
            <a:off x="3180066" y="2889104"/>
            <a:ext cx="541034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nRESET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1C8AD6F-60AD-3A48-95F0-8BCD82DE6903}"/>
              </a:ext>
            </a:extLst>
          </p:cNvPr>
          <p:cNvSpPr/>
          <p:nvPr/>
        </p:nvSpPr>
        <p:spPr>
          <a:xfrm>
            <a:off x="3188392" y="3699616"/>
            <a:ext cx="5962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PWR_EN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BD4ED5C9-129D-42B5-2461-EEEF86BDBDA4}"/>
              </a:ext>
            </a:extLst>
          </p:cNvPr>
          <p:cNvGrpSpPr/>
          <p:nvPr/>
        </p:nvGrpSpPr>
        <p:grpSpPr>
          <a:xfrm>
            <a:off x="7218254" y="368378"/>
            <a:ext cx="641680" cy="151518"/>
            <a:chOff x="7112794" y="2769394"/>
            <a:chExt cx="641680" cy="15151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B7564E5-E7C1-45DD-5584-BEE3B5019EAF}"/>
                </a:ext>
              </a:extLst>
            </p:cNvPr>
            <p:cNvSpPr/>
            <p:nvPr/>
          </p:nvSpPr>
          <p:spPr>
            <a:xfrm>
              <a:off x="7270750" y="2846744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60EAE51F-876F-227E-335D-C9BEFB0A07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2794" y="287703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F4ADE4E-C7CA-69CC-BE60-F11FB2B9F868}"/>
                </a:ext>
              </a:extLst>
            </p:cNvPr>
            <p:cNvCxnSpPr>
              <a:cxnSpLocks/>
              <a:endCxn id="44" idx="7"/>
            </p:cNvCxnSpPr>
            <p:nvPr/>
          </p:nvCxnSpPr>
          <p:spPr>
            <a:xfrm flipH="1">
              <a:off x="7332206" y="2769394"/>
              <a:ext cx="194693" cy="878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EF17314A-D8EE-E6E3-8BBE-1F93930D6251}"/>
                </a:ext>
              </a:extLst>
            </p:cNvPr>
            <p:cNvSpPr/>
            <p:nvPr/>
          </p:nvSpPr>
          <p:spPr>
            <a:xfrm>
              <a:off x="7526899" y="2848912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E859C069-C495-6A8A-E0A4-036124B4EC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8899" y="288491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C00CF8FF-A9A0-BBD8-6DF1-759638BB1FC7}"/>
              </a:ext>
            </a:extLst>
          </p:cNvPr>
          <p:cNvGrpSpPr/>
          <p:nvPr/>
        </p:nvGrpSpPr>
        <p:grpSpPr>
          <a:xfrm>
            <a:off x="7214172" y="1027387"/>
            <a:ext cx="641680" cy="151518"/>
            <a:chOff x="7112794" y="2769394"/>
            <a:chExt cx="641680" cy="151518"/>
          </a:xfrm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083EBA3B-D7D6-FDDF-687F-8653AB4A8AA4}"/>
                </a:ext>
              </a:extLst>
            </p:cNvPr>
            <p:cNvSpPr/>
            <p:nvPr/>
          </p:nvSpPr>
          <p:spPr>
            <a:xfrm>
              <a:off x="7270750" y="2846744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259C77B-D2A0-8F90-4A7B-476E5A455C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2794" y="287703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3F213DA-03CC-1BC1-AA9F-E430CADAA919}"/>
                </a:ext>
              </a:extLst>
            </p:cNvPr>
            <p:cNvCxnSpPr>
              <a:cxnSpLocks/>
              <a:endCxn id="59" idx="7"/>
            </p:cNvCxnSpPr>
            <p:nvPr/>
          </p:nvCxnSpPr>
          <p:spPr>
            <a:xfrm flipH="1">
              <a:off x="7332206" y="2769394"/>
              <a:ext cx="194693" cy="878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FC6758C6-D903-0616-94C8-7EEA3AF9BDDC}"/>
                </a:ext>
              </a:extLst>
            </p:cNvPr>
            <p:cNvSpPr/>
            <p:nvPr/>
          </p:nvSpPr>
          <p:spPr>
            <a:xfrm>
              <a:off x="7526899" y="2848912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BB95F30B-1BDF-9E9E-5007-A48C33F63E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8899" y="2884912"/>
              <a:ext cx="155575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3AB86FB-D4F7-D6C7-209E-D986F985717A}"/>
              </a:ext>
            </a:extLst>
          </p:cNvPr>
          <p:cNvCxnSpPr>
            <a:cxnSpLocks/>
          </p:cNvCxnSpPr>
          <p:nvPr/>
        </p:nvCxnSpPr>
        <p:spPr>
          <a:xfrm>
            <a:off x="7778064" y="483977"/>
            <a:ext cx="1113524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CE8E46B-8D7E-4059-F60D-A03A66065DAF}"/>
              </a:ext>
            </a:extLst>
          </p:cNvPr>
          <p:cNvCxnSpPr>
            <a:cxnSpLocks/>
          </p:cNvCxnSpPr>
          <p:nvPr/>
        </p:nvCxnSpPr>
        <p:spPr>
          <a:xfrm flipH="1">
            <a:off x="7750626" y="1141342"/>
            <a:ext cx="493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05EDF43-4BD2-81ED-7DED-75E07B1DC3F1}"/>
              </a:ext>
            </a:extLst>
          </p:cNvPr>
          <p:cNvCxnSpPr>
            <a:cxnSpLocks/>
          </p:cNvCxnSpPr>
          <p:nvPr/>
        </p:nvCxnSpPr>
        <p:spPr>
          <a:xfrm>
            <a:off x="8239126" y="488658"/>
            <a:ext cx="0" cy="65900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3A3FA3EA-CA20-ED3F-A150-0377EE4C8A3C}"/>
              </a:ext>
            </a:extLst>
          </p:cNvPr>
          <p:cNvCxnSpPr>
            <a:cxnSpLocks/>
          </p:cNvCxnSpPr>
          <p:nvPr/>
        </p:nvCxnSpPr>
        <p:spPr>
          <a:xfrm>
            <a:off x="4968239" y="3009754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761E5BD-A118-E7E3-C4BA-C1B8631DCEB3}"/>
              </a:ext>
            </a:extLst>
          </p:cNvPr>
          <p:cNvSpPr/>
          <p:nvPr/>
        </p:nvSpPr>
        <p:spPr>
          <a:xfrm>
            <a:off x="4502605" y="1585307"/>
            <a:ext cx="3895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SCL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005BDAD-DDB2-3F3C-4DED-AB5633716ECE}"/>
              </a:ext>
            </a:extLst>
          </p:cNvPr>
          <p:cNvSpPr/>
          <p:nvPr/>
        </p:nvSpPr>
        <p:spPr>
          <a:xfrm>
            <a:off x="4502605" y="1892395"/>
            <a:ext cx="3895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SDA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EADCD77-C63E-C324-F7AA-9F60681BC380}"/>
              </a:ext>
            </a:extLst>
          </p:cNvPr>
          <p:cNvSpPr/>
          <p:nvPr/>
        </p:nvSpPr>
        <p:spPr>
          <a:xfrm>
            <a:off x="4321247" y="2885010"/>
            <a:ext cx="570866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PGOOD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0CE97D8-CB70-593C-093B-9D943B053553}"/>
              </a:ext>
            </a:extLst>
          </p:cNvPr>
          <p:cNvSpPr/>
          <p:nvPr/>
        </p:nvSpPr>
        <p:spPr>
          <a:xfrm>
            <a:off x="3905478" y="3192098"/>
            <a:ext cx="98297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PGOOD_LDO1/2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8B4A45F-746C-3842-3AAB-496F743A9FAE}"/>
              </a:ext>
            </a:extLst>
          </p:cNvPr>
          <p:cNvSpPr/>
          <p:nvPr/>
        </p:nvSpPr>
        <p:spPr>
          <a:xfrm>
            <a:off x="4393156" y="3499186"/>
            <a:ext cx="495300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nINT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435BCA5-E98E-0FC4-834E-489CE14DFD16}"/>
              </a:ext>
            </a:extLst>
          </p:cNvPr>
          <p:cNvSpPr/>
          <p:nvPr/>
        </p:nvSpPr>
        <p:spPr>
          <a:xfrm>
            <a:off x="4173007" y="3806274"/>
            <a:ext cx="715449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nWAKEUP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A0B46864-B9C6-B607-6F55-39CF01A2300C}"/>
              </a:ext>
            </a:extLst>
          </p:cNvPr>
          <p:cNvCxnSpPr>
            <a:cxnSpLocks/>
          </p:cNvCxnSpPr>
          <p:nvPr/>
        </p:nvCxnSpPr>
        <p:spPr>
          <a:xfrm flipH="1">
            <a:off x="4968239" y="1690702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B05E489-1E9D-C1A7-E9A2-233558F27919}"/>
              </a:ext>
            </a:extLst>
          </p:cNvPr>
          <p:cNvCxnSpPr>
            <a:cxnSpLocks/>
          </p:cNvCxnSpPr>
          <p:nvPr/>
        </p:nvCxnSpPr>
        <p:spPr>
          <a:xfrm>
            <a:off x="4968239" y="2008577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327B36F5-E896-9390-D94C-BE6B5700E13E}"/>
              </a:ext>
            </a:extLst>
          </p:cNvPr>
          <p:cNvCxnSpPr>
            <a:cxnSpLocks/>
          </p:cNvCxnSpPr>
          <p:nvPr/>
        </p:nvCxnSpPr>
        <p:spPr>
          <a:xfrm>
            <a:off x="4968239" y="3298794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9E435475-9FEE-BC22-815C-F2156AFFCDD2}"/>
              </a:ext>
            </a:extLst>
          </p:cNvPr>
          <p:cNvCxnSpPr>
            <a:cxnSpLocks/>
          </p:cNvCxnSpPr>
          <p:nvPr/>
        </p:nvCxnSpPr>
        <p:spPr>
          <a:xfrm>
            <a:off x="4968239" y="3610425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0707708-2F91-FF00-8284-A0FEAF9724CB}"/>
              </a:ext>
            </a:extLst>
          </p:cNvPr>
          <p:cNvCxnSpPr>
            <a:cxnSpLocks/>
          </p:cNvCxnSpPr>
          <p:nvPr/>
        </p:nvCxnSpPr>
        <p:spPr>
          <a:xfrm>
            <a:off x="4968239" y="3921866"/>
            <a:ext cx="392334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DED6D37-C6EC-93E7-A0A5-7C04566CDB76}"/>
              </a:ext>
            </a:extLst>
          </p:cNvPr>
          <p:cNvCxnSpPr>
            <a:cxnSpLocks/>
          </p:cNvCxnSpPr>
          <p:nvPr/>
        </p:nvCxnSpPr>
        <p:spPr>
          <a:xfrm flipH="1">
            <a:off x="2696135" y="4709298"/>
            <a:ext cx="619545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44BAE06D-A5EE-16E6-B8FE-4303749A500F}"/>
              </a:ext>
            </a:extLst>
          </p:cNvPr>
          <p:cNvCxnSpPr>
            <a:cxnSpLocks/>
          </p:cNvCxnSpPr>
          <p:nvPr/>
        </p:nvCxnSpPr>
        <p:spPr>
          <a:xfrm flipV="1">
            <a:off x="2696135" y="4224338"/>
            <a:ext cx="0" cy="49448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A3860A91-B342-BDE4-CCAE-9B15862E098D}"/>
              </a:ext>
            </a:extLst>
          </p:cNvPr>
          <p:cNvCxnSpPr>
            <a:cxnSpLocks/>
          </p:cNvCxnSpPr>
          <p:nvPr/>
        </p:nvCxnSpPr>
        <p:spPr>
          <a:xfrm>
            <a:off x="2696135" y="3827194"/>
            <a:ext cx="0" cy="700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8433891-8BA2-9E4C-03DF-3B472E692581}"/>
              </a:ext>
            </a:extLst>
          </p:cNvPr>
          <p:cNvCxnSpPr>
            <a:cxnSpLocks/>
          </p:cNvCxnSpPr>
          <p:nvPr/>
        </p:nvCxnSpPr>
        <p:spPr>
          <a:xfrm flipH="1">
            <a:off x="5753383" y="4709153"/>
            <a:ext cx="61124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Google Shape;441;p31">
            <a:extLst>
              <a:ext uri="{FF2B5EF4-FFF2-40B4-BE49-F238E27FC236}">
                <a16:creationId xmlns:a16="http://schemas.microsoft.com/office/drawing/2014/main" id="{EFF30ED6-A3CF-FE0E-5379-AC6B6D3702EC}"/>
              </a:ext>
            </a:extLst>
          </p:cNvPr>
          <p:cNvSpPr/>
          <p:nvPr/>
        </p:nvSpPr>
        <p:spPr>
          <a:xfrm>
            <a:off x="4244306" y="4969495"/>
            <a:ext cx="1702752" cy="689200"/>
          </a:xfrm>
          <a:prstGeom prst="roundRect">
            <a:avLst>
              <a:gd name="adj" fmla="val 12159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PMIC Status Signals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(Connector)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E2DD925-D7C6-EC70-4F7F-DC8D9A433ED5}"/>
              </a:ext>
            </a:extLst>
          </p:cNvPr>
          <p:cNvCxnSpPr>
            <a:cxnSpLocks/>
          </p:cNvCxnSpPr>
          <p:nvPr/>
        </p:nvCxnSpPr>
        <p:spPr>
          <a:xfrm>
            <a:off x="3614167" y="4498042"/>
            <a:ext cx="0" cy="43141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AACA31E4-3BB0-0171-E05D-4C29D6E6283D}"/>
              </a:ext>
            </a:extLst>
          </p:cNvPr>
          <p:cNvCxnSpPr>
            <a:cxnSpLocks/>
          </p:cNvCxnSpPr>
          <p:nvPr/>
        </p:nvCxnSpPr>
        <p:spPr>
          <a:xfrm>
            <a:off x="4538381" y="4503116"/>
            <a:ext cx="0" cy="43141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3617D36-675C-024E-F5C7-91F8273C9621}"/>
              </a:ext>
            </a:extLst>
          </p:cNvPr>
          <p:cNvSpPr/>
          <p:nvPr/>
        </p:nvSpPr>
        <p:spPr>
          <a:xfrm>
            <a:off x="2236490" y="5726341"/>
            <a:ext cx="1702752" cy="108596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t">
            <a:noAutofit/>
          </a:bodyPr>
          <a:lstStyle/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DP5VS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DP1.35V (DCDC1’s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DP1.1V (DCDC2’s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DP1.1V (DCDC3’s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DP1.8V (LDO1’s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DP3.3V (LDO2’s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DP1.8V (LDO3’s Vout)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DP3.3V (LDO4’s Vout)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80C6ADF-3A11-1059-00A1-D1F0C42EE405}"/>
              </a:ext>
            </a:extLst>
          </p:cNvPr>
          <p:cNvSpPr/>
          <p:nvPr/>
        </p:nvSpPr>
        <p:spPr>
          <a:xfrm>
            <a:off x="4244306" y="5726340"/>
            <a:ext cx="1702752" cy="108596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t">
            <a:noAutofit/>
          </a:bodyPr>
          <a:lstStyle/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Power Enable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PGOOD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LDO PGOOD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nINT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PMIC nWAKEUP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I2C1 SCL</a:t>
            </a:r>
          </a:p>
          <a:p>
            <a:pPr marL="216000" indent="-144000">
              <a:buAutoNum type="arabicPeriod"/>
            </a:pPr>
            <a:r>
              <a:rPr lang="en-US" altLang="ko-KR" sz="800" b="1" dirty="0">
                <a:solidFill>
                  <a:schemeClr val="tx1"/>
                </a:solidFill>
              </a:rPr>
              <a:t>MCU I2C1 SDA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399F54F9-D56D-D5CA-68E6-8A73C2B97F0F}"/>
              </a:ext>
            </a:extLst>
          </p:cNvPr>
          <p:cNvSpPr/>
          <p:nvPr/>
        </p:nvSpPr>
        <p:spPr>
          <a:xfrm>
            <a:off x="8964230" y="1585307"/>
            <a:ext cx="3895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PB6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1E475BF-1DE0-6ABE-0295-7E849F8B95C9}"/>
              </a:ext>
            </a:extLst>
          </p:cNvPr>
          <p:cNvSpPr/>
          <p:nvPr/>
        </p:nvSpPr>
        <p:spPr>
          <a:xfrm>
            <a:off x="8964230" y="1887927"/>
            <a:ext cx="3895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PB7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889E957-CF34-846B-0755-B9E07FC6815C}"/>
              </a:ext>
            </a:extLst>
          </p:cNvPr>
          <p:cNvSpPr/>
          <p:nvPr/>
        </p:nvSpPr>
        <p:spPr>
          <a:xfrm>
            <a:off x="8964230" y="2885010"/>
            <a:ext cx="3895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PA1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B9FC4CE4-964B-6CB4-01CA-BE106ABD5E54}"/>
              </a:ext>
            </a:extLst>
          </p:cNvPr>
          <p:cNvSpPr/>
          <p:nvPr/>
        </p:nvSpPr>
        <p:spPr>
          <a:xfrm>
            <a:off x="8960573" y="3187700"/>
            <a:ext cx="3895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PA2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2A8D7D5-C1B8-3A9B-85C0-B0A57BEA48A2}"/>
              </a:ext>
            </a:extLst>
          </p:cNvPr>
          <p:cNvSpPr/>
          <p:nvPr/>
        </p:nvSpPr>
        <p:spPr>
          <a:xfrm>
            <a:off x="8967714" y="3490391"/>
            <a:ext cx="3895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PA3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5336DE4-71DD-F302-7C3D-BE7F8AF4E0A0}"/>
              </a:ext>
            </a:extLst>
          </p:cNvPr>
          <p:cNvSpPr/>
          <p:nvPr/>
        </p:nvSpPr>
        <p:spPr>
          <a:xfrm>
            <a:off x="8960573" y="3801216"/>
            <a:ext cx="3895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PA4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B358C6FB-28DC-DF4E-F3DD-C552D0ACD47A}"/>
              </a:ext>
            </a:extLst>
          </p:cNvPr>
          <p:cNvSpPr/>
          <p:nvPr/>
        </p:nvSpPr>
        <p:spPr>
          <a:xfrm>
            <a:off x="8960573" y="4588503"/>
            <a:ext cx="389508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PA0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89E0361-6646-2DCE-73B4-7B9B1F7234F8}"/>
              </a:ext>
            </a:extLst>
          </p:cNvPr>
          <p:cNvSpPr/>
          <p:nvPr/>
        </p:nvSpPr>
        <p:spPr>
          <a:xfrm>
            <a:off x="8967714" y="368378"/>
            <a:ext cx="747686" cy="241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VDD/VDDA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9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8A432734-F93E-03E2-64D0-DAF4E41B0430}"/>
              </a:ext>
            </a:extLst>
          </p:cNvPr>
          <p:cNvSpPr>
            <a:spLocks/>
          </p:cNvSpPr>
          <p:nvPr/>
        </p:nvSpPr>
        <p:spPr>
          <a:xfrm>
            <a:off x="206561" y="67608"/>
            <a:ext cx="8108398" cy="66837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D6198E-0377-01A8-924E-2EE416F15091}"/>
              </a:ext>
            </a:extLst>
          </p:cNvPr>
          <p:cNvSpPr>
            <a:spLocks/>
          </p:cNvSpPr>
          <p:nvPr/>
        </p:nvSpPr>
        <p:spPr>
          <a:xfrm>
            <a:off x="1357529" y="579514"/>
            <a:ext cx="6127197" cy="56163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D8BCC19-88E2-57FC-4A95-672E51F3A6B9}"/>
              </a:ext>
            </a:extLst>
          </p:cNvPr>
          <p:cNvSpPr>
            <a:spLocks/>
          </p:cNvSpPr>
          <p:nvPr/>
        </p:nvSpPr>
        <p:spPr>
          <a:xfrm>
            <a:off x="5517579" y="1122341"/>
            <a:ext cx="1022245" cy="379398"/>
          </a:xfrm>
          <a:prstGeom prst="roundRect">
            <a:avLst/>
          </a:prstGeom>
          <a:solidFill>
            <a:srgbClr val="CCCCFF"/>
          </a:solidFill>
          <a:ln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QSPI FLASH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(16MB)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65B8596-B05B-64DF-7A21-0A1EA091D183}"/>
              </a:ext>
            </a:extLst>
          </p:cNvPr>
          <p:cNvSpPr>
            <a:spLocks/>
          </p:cNvSpPr>
          <p:nvPr/>
        </p:nvSpPr>
        <p:spPr>
          <a:xfrm>
            <a:off x="5518709" y="3840442"/>
            <a:ext cx="1196908" cy="3793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DDR3L Memory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(512MB)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B6B020C-FD3C-25A1-5C04-3109696C751F}"/>
              </a:ext>
            </a:extLst>
          </p:cNvPr>
          <p:cNvSpPr>
            <a:spLocks/>
          </p:cNvSpPr>
          <p:nvPr/>
        </p:nvSpPr>
        <p:spPr>
          <a:xfrm>
            <a:off x="5593581" y="5208686"/>
            <a:ext cx="1047164" cy="3793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Termination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1E129B4-4985-069B-404B-23984361FB76}"/>
              </a:ext>
            </a:extLst>
          </p:cNvPr>
          <p:cNvSpPr>
            <a:spLocks/>
          </p:cNvSpPr>
          <p:nvPr/>
        </p:nvSpPr>
        <p:spPr>
          <a:xfrm>
            <a:off x="3375211" y="822131"/>
            <a:ext cx="1681969" cy="510208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AMD Xilinx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Zynq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System-On-Chip</a:t>
            </a:r>
          </a:p>
          <a:p>
            <a:pPr algn="ctr">
              <a:lnSpc>
                <a:spcPct val="150000"/>
              </a:lnSpc>
            </a:pPr>
            <a:r>
              <a:rPr lang="en-US" altLang="ko-KR" sz="1100" b="1" dirty="0">
                <a:solidFill>
                  <a:schemeClr val="tx1"/>
                </a:solidFill>
              </a:rPr>
              <a:t>(XC7Z010-1CLG400)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BB3E98C-B5F6-3EB7-39BD-8A71655EFC0F}"/>
              </a:ext>
            </a:extLst>
          </p:cNvPr>
          <p:cNvSpPr>
            <a:spLocks/>
          </p:cNvSpPr>
          <p:nvPr/>
        </p:nvSpPr>
        <p:spPr>
          <a:xfrm>
            <a:off x="1617942" y="4648506"/>
            <a:ext cx="1292806" cy="510911"/>
          </a:xfrm>
          <a:prstGeom prst="roundRect">
            <a:avLst/>
          </a:prstGeom>
          <a:solidFill>
            <a:srgbClr val="FFD5FF"/>
          </a:solidFill>
          <a:ln>
            <a:solidFill>
              <a:srgbClr val="FFB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</a:rPr>
              <a:t>JTAG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>
                <a:solidFill>
                  <a:schemeClr val="tx1"/>
                </a:solidFill>
              </a:rPr>
              <a:t>Digilent JTAG-HS3 Compatible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3FC53A1-53BA-4488-41BC-444F4E746D0C}"/>
              </a:ext>
            </a:extLst>
          </p:cNvPr>
          <p:cNvSpPr>
            <a:spLocks/>
          </p:cNvSpPr>
          <p:nvPr/>
        </p:nvSpPr>
        <p:spPr>
          <a:xfrm>
            <a:off x="5518709" y="4524564"/>
            <a:ext cx="1196908" cy="3793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DDR3L Memory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(512MB)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35F043C-6ECA-C02A-7FAE-D1487B28C2EC}"/>
              </a:ext>
            </a:extLst>
          </p:cNvPr>
          <p:cNvCxnSpPr>
            <a:cxnSpLocks/>
          </p:cNvCxnSpPr>
          <p:nvPr/>
        </p:nvCxnSpPr>
        <p:spPr>
          <a:xfrm>
            <a:off x="5065601" y="3346019"/>
            <a:ext cx="4369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C0ED186-247F-EE95-4784-4CEF475DBC79}"/>
              </a:ext>
            </a:extLst>
          </p:cNvPr>
          <p:cNvCxnSpPr>
            <a:cxnSpLocks/>
          </p:cNvCxnSpPr>
          <p:nvPr/>
        </p:nvCxnSpPr>
        <p:spPr>
          <a:xfrm>
            <a:off x="6117163" y="4251895"/>
            <a:ext cx="0" cy="24885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FDCEFB4-622E-B9A7-D8D3-1FD01F4FC01B}"/>
              </a:ext>
            </a:extLst>
          </p:cNvPr>
          <p:cNvCxnSpPr>
            <a:cxnSpLocks/>
          </p:cNvCxnSpPr>
          <p:nvPr/>
        </p:nvCxnSpPr>
        <p:spPr>
          <a:xfrm>
            <a:off x="6117163" y="4940780"/>
            <a:ext cx="0" cy="24885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2C3741B-A59F-0371-8054-67372786AAEE}"/>
              </a:ext>
            </a:extLst>
          </p:cNvPr>
          <p:cNvSpPr txBox="1"/>
          <p:nvPr/>
        </p:nvSpPr>
        <p:spPr>
          <a:xfrm>
            <a:off x="7080499" y="7741553"/>
            <a:ext cx="1098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2060"/>
                </a:solidFill>
              </a:rPr>
              <a:t>Rev. A</a:t>
            </a:r>
            <a:endParaRPr lang="ko-KR" altLang="en-US" sz="2400" b="1">
              <a:solidFill>
                <a:srgbClr val="002060"/>
              </a:solidFill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02FF3CA0-CFEE-F4AF-3AEC-DF5D8732D97C}"/>
              </a:ext>
            </a:extLst>
          </p:cNvPr>
          <p:cNvCxnSpPr>
            <a:cxnSpLocks/>
          </p:cNvCxnSpPr>
          <p:nvPr/>
        </p:nvCxnSpPr>
        <p:spPr>
          <a:xfrm>
            <a:off x="5070364" y="1312040"/>
            <a:ext cx="4369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E8A726A-E62B-9514-4337-A764D9528961}"/>
              </a:ext>
            </a:extLst>
          </p:cNvPr>
          <p:cNvCxnSpPr>
            <a:cxnSpLocks/>
          </p:cNvCxnSpPr>
          <p:nvPr/>
        </p:nvCxnSpPr>
        <p:spPr>
          <a:xfrm>
            <a:off x="5070364" y="4020173"/>
            <a:ext cx="4369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FE8C213-9D94-39CB-0EC2-330B37EBC077}"/>
              </a:ext>
            </a:extLst>
          </p:cNvPr>
          <p:cNvCxnSpPr>
            <a:cxnSpLocks/>
          </p:cNvCxnSpPr>
          <p:nvPr/>
        </p:nvCxnSpPr>
        <p:spPr>
          <a:xfrm>
            <a:off x="5070364" y="4714263"/>
            <a:ext cx="4369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34DD0D3-3624-3279-DAF2-4049E0E9D809}"/>
              </a:ext>
            </a:extLst>
          </p:cNvPr>
          <p:cNvSpPr>
            <a:spLocks/>
          </p:cNvSpPr>
          <p:nvPr/>
        </p:nvSpPr>
        <p:spPr>
          <a:xfrm>
            <a:off x="1646182" y="822131"/>
            <a:ext cx="1267500" cy="3371239"/>
          </a:xfrm>
          <a:prstGeom prst="roundRect">
            <a:avLst/>
          </a:prstGeom>
          <a:solidFill>
            <a:srgbClr val="EAEAE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</a:rPr>
              <a:t>External Connector</a:t>
            </a:r>
          </a:p>
          <a:p>
            <a:pPr algn="ctr"/>
            <a:r>
              <a:rPr lang="en-US" altLang="ko-KR" sz="1000" b="1">
                <a:solidFill>
                  <a:schemeClr val="tx1"/>
                </a:solidFill>
              </a:rPr>
              <a:t>(Edge Connector : DDR4 SODIMM Form Factor)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1DDEF20-E084-EEF5-EBEB-6540D9321BB0}"/>
              </a:ext>
            </a:extLst>
          </p:cNvPr>
          <p:cNvCxnSpPr>
            <a:cxnSpLocks/>
          </p:cNvCxnSpPr>
          <p:nvPr/>
        </p:nvCxnSpPr>
        <p:spPr>
          <a:xfrm>
            <a:off x="2915511" y="3341556"/>
            <a:ext cx="4369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E5B1863-1634-139D-2B76-D07EACFA7C81}"/>
              </a:ext>
            </a:extLst>
          </p:cNvPr>
          <p:cNvSpPr txBox="1"/>
          <p:nvPr/>
        </p:nvSpPr>
        <p:spPr>
          <a:xfrm>
            <a:off x="311130" y="126194"/>
            <a:ext cx="293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2060"/>
                </a:solidFill>
              </a:rPr>
              <a:t>XC7Z010 Test B’d (Rev.A)</a:t>
            </a:r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283ABEA-9287-06FB-8736-50F04960DC81}"/>
              </a:ext>
            </a:extLst>
          </p:cNvPr>
          <p:cNvSpPr>
            <a:spLocks/>
          </p:cNvSpPr>
          <p:nvPr/>
        </p:nvSpPr>
        <p:spPr>
          <a:xfrm>
            <a:off x="5517579" y="3151857"/>
            <a:ext cx="1196908" cy="379398"/>
          </a:xfrm>
          <a:prstGeom prst="roundRect">
            <a:avLst/>
          </a:prstGeom>
          <a:solidFill>
            <a:srgbClr val="FFCCCC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</a:rPr>
              <a:t>VTT Regulator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>
                <a:solidFill>
                  <a:schemeClr val="tx1"/>
                </a:solidFill>
              </a:rPr>
              <a:t>(0.675V)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55CC41D7-1907-15A0-2594-97F40A9C7FEB}"/>
              </a:ext>
            </a:extLst>
          </p:cNvPr>
          <p:cNvSpPr>
            <a:spLocks/>
          </p:cNvSpPr>
          <p:nvPr/>
        </p:nvSpPr>
        <p:spPr>
          <a:xfrm>
            <a:off x="5521643" y="2472198"/>
            <a:ext cx="1196908" cy="379398"/>
          </a:xfrm>
          <a:prstGeom prst="roundRect">
            <a:avLst/>
          </a:prstGeom>
          <a:solidFill>
            <a:srgbClr val="FBE2D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</a:rPr>
              <a:t>PL Clock OSC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>
                <a:solidFill>
                  <a:schemeClr val="tx1"/>
                </a:solidFill>
              </a:rPr>
              <a:t>(50MHz)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0417191-64D5-D88C-1A4A-48AB7615C1DC}"/>
              </a:ext>
            </a:extLst>
          </p:cNvPr>
          <p:cNvSpPr>
            <a:spLocks/>
          </p:cNvSpPr>
          <p:nvPr/>
        </p:nvSpPr>
        <p:spPr>
          <a:xfrm>
            <a:off x="5521643" y="1788076"/>
            <a:ext cx="1196908" cy="379398"/>
          </a:xfrm>
          <a:prstGeom prst="roundRect">
            <a:avLst/>
          </a:prstGeom>
          <a:solidFill>
            <a:srgbClr val="FBE2D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</a:rPr>
              <a:t>PS Clock OSC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>
                <a:solidFill>
                  <a:schemeClr val="tx1"/>
                </a:solidFill>
              </a:rPr>
              <a:t>(33.33MHz)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CCE2FD2-7814-5494-6DB6-93BAA11F2232}"/>
              </a:ext>
            </a:extLst>
          </p:cNvPr>
          <p:cNvCxnSpPr>
            <a:cxnSpLocks/>
          </p:cNvCxnSpPr>
          <p:nvPr/>
        </p:nvCxnSpPr>
        <p:spPr>
          <a:xfrm>
            <a:off x="5070364" y="1983552"/>
            <a:ext cx="4369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D4E302DE-8CEC-88C5-EFBF-609408EDDBA1}"/>
              </a:ext>
            </a:extLst>
          </p:cNvPr>
          <p:cNvCxnSpPr>
            <a:cxnSpLocks/>
          </p:cNvCxnSpPr>
          <p:nvPr/>
        </p:nvCxnSpPr>
        <p:spPr>
          <a:xfrm>
            <a:off x="5070364" y="2659828"/>
            <a:ext cx="4369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4561E0B-4CDA-DE27-4126-347C82D1C8F2}"/>
              </a:ext>
            </a:extLst>
          </p:cNvPr>
          <p:cNvCxnSpPr>
            <a:cxnSpLocks/>
          </p:cNvCxnSpPr>
          <p:nvPr/>
        </p:nvCxnSpPr>
        <p:spPr>
          <a:xfrm>
            <a:off x="2920274" y="4889672"/>
            <a:ext cx="4369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21BC5EB7-E7AB-2560-1221-37C89EFCEDE3}"/>
              </a:ext>
            </a:extLst>
          </p:cNvPr>
          <p:cNvCxnSpPr>
            <a:cxnSpLocks/>
          </p:cNvCxnSpPr>
          <p:nvPr/>
        </p:nvCxnSpPr>
        <p:spPr>
          <a:xfrm>
            <a:off x="6116033" y="3562920"/>
            <a:ext cx="0" cy="24885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23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39" name="Google Shape;439;p31"/>
          <p:cNvCxnSpPr/>
          <p:nvPr/>
        </p:nvCxnSpPr>
        <p:spPr>
          <a:xfrm rot="10800000">
            <a:off x="2454767" y="1094333"/>
            <a:ext cx="0" cy="5230400"/>
          </a:xfrm>
          <a:prstGeom prst="straightConnector1">
            <a:avLst/>
          </a:prstGeom>
          <a:noFill/>
          <a:ln w="9525" cap="flat" cmpd="sng">
            <a:solidFill>
              <a:srgbClr val="FF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40" name="Google Shape;440;p31"/>
          <p:cNvSpPr/>
          <p:nvPr/>
        </p:nvSpPr>
        <p:spPr>
          <a:xfrm>
            <a:off x="370600" y="2026900"/>
            <a:ext cx="863600" cy="1939600"/>
          </a:xfrm>
          <a:prstGeom prst="roundRect">
            <a:avLst>
              <a:gd name="adj" fmla="val 4647"/>
            </a:avLst>
          </a:prstGeom>
          <a:solidFill>
            <a:srgbClr val="FBE2D1"/>
          </a:solidFill>
          <a:ln w="19050" cap="flat" cmpd="sng">
            <a:solidFill>
              <a:srgbClr val="F2A98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" sz="1333" b="1">
                <a:latin typeface="Malgun Gothic"/>
                <a:ea typeface="Malgun Gothic"/>
                <a:cs typeface="Malgun Gothic"/>
                <a:sym typeface="Malgun Gothic"/>
              </a:rPr>
              <a:t>10/100</a:t>
            </a:r>
            <a:endParaRPr sz="1333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333" b="1">
                <a:latin typeface="Malgun Gothic"/>
                <a:ea typeface="Malgun Gothic"/>
                <a:cs typeface="Malgun Gothic"/>
                <a:sym typeface="Malgun Gothic"/>
              </a:rPr>
              <a:t>MAC IP</a:t>
            </a:r>
            <a:endParaRPr sz="1333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p31"/>
          <p:cNvSpPr/>
          <p:nvPr/>
        </p:nvSpPr>
        <p:spPr>
          <a:xfrm>
            <a:off x="1831967" y="2026967"/>
            <a:ext cx="1245600" cy="689200"/>
          </a:xfrm>
          <a:prstGeom prst="roundRect">
            <a:avLst>
              <a:gd name="adj" fmla="val 12159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Rx MAC FIFO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(4KB)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1831967" y="3277300"/>
            <a:ext cx="1245600" cy="689200"/>
          </a:xfrm>
          <a:prstGeom prst="roundRect">
            <a:avLst>
              <a:gd name="adj" fmla="val 12159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 MAC FIFO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(4KB)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3472069" y="2026959"/>
            <a:ext cx="1275200" cy="689200"/>
          </a:xfrm>
          <a:prstGeom prst="roundRect">
            <a:avLst>
              <a:gd name="adj" fmla="val 11823"/>
            </a:avLst>
          </a:prstGeom>
          <a:solidFill>
            <a:srgbClr val="FFD5FF"/>
          </a:solidFill>
          <a:ln w="19050" cap="flat" cmpd="sng">
            <a:solidFill>
              <a:srgbClr val="FFB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TSN Rx module</a:t>
            </a:r>
            <a:endParaRPr sz="10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3472084" y="3277300"/>
            <a:ext cx="1275200" cy="689200"/>
          </a:xfrm>
          <a:prstGeom prst="roundRect">
            <a:avLst>
              <a:gd name="adj" fmla="val 12991"/>
            </a:avLst>
          </a:prstGeom>
          <a:solidFill>
            <a:srgbClr val="C7EDFC"/>
          </a:solidFill>
          <a:ln w="19050" cap="flat" cmpd="sng">
            <a:solidFill>
              <a:srgbClr val="93DCF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TSN Tx module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p31"/>
          <p:cNvSpPr/>
          <p:nvPr/>
        </p:nvSpPr>
        <p:spPr>
          <a:xfrm>
            <a:off x="8859867" y="2026967"/>
            <a:ext cx="950400" cy="2996800"/>
          </a:xfrm>
          <a:prstGeom prst="roundRect">
            <a:avLst>
              <a:gd name="adj" fmla="val 6653"/>
            </a:avLst>
          </a:prstGeom>
          <a:solidFill>
            <a:srgbClr val="CCCCFF"/>
          </a:solidFill>
          <a:ln w="19050" cap="flat" cmpd="sng">
            <a:solidFill>
              <a:srgbClr val="99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" sz="13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SPI</a:t>
            </a:r>
            <a:endParaRPr sz="1333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3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Slave</a:t>
            </a:r>
            <a:endParaRPr sz="1333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3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IP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31"/>
          <p:cNvSpPr/>
          <p:nvPr/>
        </p:nvSpPr>
        <p:spPr>
          <a:xfrm>
            <a:off x="5141800" y="2026900"/>
            <a:ext cx="664800" cy="4134000"/>
          </a:xfrm>
          <a:prstGeom prst="roundRect">
            <a:avLst>
              <a:gd name="adj" fmla="val 5609"/>
            </a:avLst>
          </a:prstGeom>
          <a:solidFill>
            <a:srgbClr val="FFCCCC"/>
          </a:solidFill>
          <a:ln w="19050" cap="flat" cmpd="sng">
            <a:solidFill>
              <a:srgbClr val="FF99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" sz="13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1Q</a:t>
            </a:r>
            <a:endParaRPr sz="1333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3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TSN</a:t>
            </a:r>
            <a:endParaRPr sz="1333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3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I/F</a:t>
            </a:r>
            <a:endParaRPr sz="1333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3472067" y="4334567"/>
            <a:ext cx="1275200" cy="689200"/>
          </a:xfrm>
          <a:prstGeom prst="roundRect">
            <a:avLst>
              <a:gd name="adj" fmla="val 16715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Reg 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module</a:t>
            </a:r>
            <a:endParaRPr sz="1467"/>
          </a:p>
        </p:txBody>
      </p:sp>
      <p:sp>
        <p:nvSpPr>
          <p:cNvPr id="448" name="Google Shape;448;p31"/>
          <p:cNvSpPr/>
          <p:nvPr/>
        </p:nvSpPr>
        <p:spPr>
          <a:xfrm>
            <a:off x="6201133" y="3659167"/>
            <a:ext cx="1212400" cy="5484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  <a:buClr>
                <a:schemeClr val="dk1"/>
              </a:buClr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Reg. Write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FIFO</a:t>
            </a:r>
            <a:endParaRPr sz="800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6201133" y="4475251"/>
            <a:ext cx="1212400" cy="5484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Reg. Read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FIFO</a:t>
            </a:r>
            <a:endParaRPr sz="800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p31"/>
          <p:cNvSpPr/>
          <p:nvPr/>
        </p:nvSpPr>
        <p:spPr>
          <a:xfrm>
            <a:off x="6201117" y="2026967"/>
            <a:ext cx="1212400" cy="5484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 Rx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FIFO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p31"/>
          <p:cNvSpPr/>
          <p:nvPr/>
        </p:nvSpPr>
        <p:spPr>
          <a:xfrm>
            <a:off x="6201133" y="2843067"/>
            <a:ext cx="1212400" cy="5484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Frame Tx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FIFO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2" name="Google Shape;452;p31"/>
          <p:cNvSpPr/>
          <p:nvPr/>
        </p:nvSpPr>
        <p:spPr>
          <a:xfrm>
            <a:off x="3472100" y="5391833"/>
            <a:ext cx="1275200" cy="689200"/>
          </a:xfrm>
          <a:prstGeom prst="roundRect">
            <a:avLst>
              <a:gd name="adj" fmla="val 15670"/>
            </a:avLst>
          </a:prstGeom>
          <a:solidFill>
            <a:srgbClr val="D7FDF0"/>
          </a:solidFill>
          <a:ln w="19050" cap="flat" cmpd="sng">
            <a:solidFill>
              <a:srgbClr val="90FA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TSN Control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module</a:t>
            </a:r>
            <a:endParaRPr sz="106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5973579" y="5290233"/>
            <a:ext cx="46304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9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31"/>
          <p:cNvSpPr/>
          <p:nvPr/>
        </p:nvSpPr>
        <p:spPr>
          <a:xfrm>
            <a:off x="7808067" y="2026900"/>
            <a:ext cx="664800" cy="2996800"/>
          </a:xfrm>
          <a:prstGeom prst="roundRect">
            <a:avLst>
              <a:gd name="adj" fmla="val 5609"/>
            </a:avLst>
          </a:prstGeom>
          <a:solidFill>
            <a:srgbClr val="FFCCCC"/>
          </a:solidFill>
          <a:ln w="19050" cap="flat" cmpd="sng">
            <a:solidFill>
              <a:srgbClr val="FF99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" sz="13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SPI</a:t>
            </a:r>
            <a:endParaRPr sz="1333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3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Slave</a:t>
            </a:r>
            <a:endParaRPr sz="1333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3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I/F</a:t>
            </a:r>
            <a:endParaRPr sz="1333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5" name="Google Shape;455;p31"/>
          <p:cNvSpPr/>
          <p:nvPr/>
        </p:nvSpPr>
        <p:spPr>
          <a:xfrm>
            <a:off x="1389101" y="2275567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6" name="Google Shape;456;p31"/>
          <p:cNvSpPr/>
          <p:nvPr/>
        </p:nvSpPr>
        <p:spPr>
          <a:xfrm flipH="1">
            <a:off x="4800535" y="3525900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3130819" y="2275567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8" name="Google Shape;458;p31"/>
          <p:cNvSpPr/>
          <p:nvPr/>
        </p:nvSpPr>
        <p:spPr>
          <a:xfrm>
            <a:off x="4800535" y="2275567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9" name="Google Shape;459;p31"/>
          <p:cNvSpPr/>
          <p:nvPr/>
        </p:nvSpPr>
        <p:spPr>
          <a:xfrm flipH="1">
            <a:off x="3130835" y="3525900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0" name="Google Shape;460;p31"/>
          <p:cNvSpPr/>
          <p:nvPr/>
        </p:nvSpPr>
        <p:spPr>
          <a:xfrm flipH="1">
            <a:off x="1389119" y="3525900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1" name="Google Shape;461;p31"/>
          <p:cNvSpPr/>
          <p:nvPr/>
        </p:nvSpPr>
        <p:spPr>
          <a:xfrm>
            <a:off x="4776533" y="4583167"/>
            <a:ext cx="336000" cy="19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p31"/>
          <p:cNvSpPr/>
          <p:nvPr/>
        </p:nvSpPr>
        <p:spPr>
          <a:xfrm>
            <a:off x="5859868" y="2205167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3" name="Google Shape;463;p31"/>
          <p:cNvSpPr/>
          <p:nvPr/>
        </p:nvSpPr>
        <p:spPr>
          <a:xfrm>
            <a:off x="7466801" y="2205167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p31"/>
          <p:cNvSpPr/>
          <p:nvPr/>
        </p:nvSpPr>
        <p:spPr>
          <a:xfrm flipH="1">
            <a:off x="5859868" y="3021267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p31"/>
          <p:cNvSpPr/>
          <p:nvPr/>
        </p:nvSpPr>
        <p:spPr>
          <a:xfrm flipH="1">
            <a:off x="7466801" y="3021267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p31"/>
          <p:cNvSpPr/>
          <p:nvPr/>
        </p:nvSpPr>
        <p:spPr>
          <a:xfrm flipH="1">
            <a:off x="7466801" y="3841000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7" name="Google Shape;467;p31"/>
          <p:cNvSpPr/>
          <p:nvPr/>
        </p:nvSpPr>
        <p:spPr>
          <a:xfrm flipH="1">
            <a:off x="5859868" y="3837367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5859868" y="4647067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7466801" y="4647084"/>
            <a:ext cx="288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8498367" y="3391467"/>
            <a:ext cx="336000" cy="19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1" name="Google Shape;471;p31"/>
          <p:cNvSpPr/>
          <p:nvPr/>
        </p:nvSpPr>
        <p:spPr>
          <a:xfrm>
            <a:off x="10821631" y="2026967"/>
            <a:ext cx="1003200" cy="2996800"/>
          </a:xfrm>
          <a:prstGeom prst="roundRect">
            <a:avLst>
              <a:gd name="adj" fmla="val 9081"/>
            </a:avLst>
          </a:prstGeom>
          <a:solidFill>
            <a:srgbClr val="FBE2D1"/>
          </a:solidFill>
          <a:ln w="19050" cap="flat" cmpd="sng">
            <a:solidFill>
              <a:srgbClr val="F2A98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" sz="1333" b="1">
                <a:latin typeface="Malgun Gothic"/>
                <a:ea typeface="Malgun Gothic"/>
                <a:cs typeface="Malgun Gothic"/>
                <a:sym typeface="Malgun Gothic"/>
              </a:rPr>
              <a:t>SPI</a:t>
            </a:r>
            <a:endParaRPr sz="1333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333" b="1">
                <a:latin typeface="Malgun Gothic"/>
                <a:ea typeface="Malgun Gothic"/>
                <a:cs typeface="Malgun Gothic"/>
                <a:sym typeface="Malgun Gothic"/>
              </a:rPr>
              <a:t>Periph</a:t>
            </a:r>
            <a:endParaRPr sz="1333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333" b="1">
                <a:latin typeface="Malgun Gothic"/>
                <a:ea typeface="Malgun Gothic"/>
                <a:cs typeface="Malgun Gothic"/>
                <a:sym typeface="Malgun Gothic"/>
              </a:rPr>
              <a:t>(Master)</a:t>
            </a:r>
            <a:endParaRPr sz="1333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2" name="Google Shape;472;p31"/>
          <p:cNvSpPr/>
          <p:nvPr/>
        </p:nvSpPr>
        <p:spPr>
          <a:xfrm flipH="1">
            <a:off x="10023585" y="2205167"/>
            <a:ext cx="576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3" name="Google Shape;473;p31"/>
          <p:cNvSpPr/>
          <p:nvPr/>
        </p:nvSpPr>
        <p:spPr>
          <a:xfrm flipH="1">
            <a:off x="10023585" y="3023084"/>
            <a:ext cx="576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4" name="Google Shape;474;p31"/>
          <p:cNvSpPr/>
          <p:nvPr/>
        </p:nvSpPr>
        <p:spPr>
          <a:xfrm>
            <a:off x="10027952" y="3841917"/>
            <a:ext cx="576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5" name="Google Shape;475;p31"/>
          <p:cNvSpPr/>
          <p:nvPr/>
        </p:nvSpPr>
        <p:spPr>
          <a:xfrm flipH="1">
            <a:off x="10023601" y="4660733"/>
            <a:ext cx="5760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6" name="Google Shape;476;p31"/>
          <p:cNvSpPr/>
          <p:nvPr/>
        </p:nvSpPr>
        <p:spPr>
          <a:xfrm>
            <a:off x="5973579" y="5888900"/>
            <a:ext cx="4630400" cy="19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9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7" name="Google Shape;477;p31"/>
          <p:cNvSpPr txBox="1"/>
          <p:nvPr/>
        </p:nvSpPr>
        <p:spPr>
          <a:xfrm>
            <a:off x="8120233" y="5345399"/>
            <a:ext cx="382800" cy="6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75000"/>
              </a:lnSpc>
            </a:pPr>
            <a:r>
              <a:rPr lang="en-US" altLang="ko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2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algn="ctr">
              <a:lnSpc>
                <a:spcPct val="75000"/>
              </a:lnSpc>
            </a:pPr>
            <a:r>
              <a:rPr lang="en-US" altLang="ko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2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algn="ctr">
              <a:lnSpc>
                <a:spcPct val="75000"/>
              </a:lnSpc>
            </a:pPr>
            <a:r>
              <a:rPr lang="en-US" altLang="ko" sz="1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2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8" name="Google Shape;478;p31"/>
          <p:cNvSpPr/>
          <p:nvPr/>
        </p:nvSpPr>
        <p:spPr>
          <a:xfrm>
            <a:off x="181433" y="1033533"/>
            <a:ext cx="1978400" cy="8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333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Clock domain :</a:t>
            </a:r>
            <a:endParaRPr sz="133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600" b="1">
                <a:solidFill>
                  <a:srgbClr val="9966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 or 25MHZ</a:t>
            </a:r>
            <a:br>
              <a:rPr lang="en-US" altLang="ko" sz="1600" b="1">
                <a:solidFill>
                  <a:srgbClr val="9966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" sz="1333" b="1">
                <a:solidFill>
                  <a:srgbClr val="9966FF"/>
                </a:solidFill>
                <a:latin typeface="Malgun Gothic"/>
                <a:ea typeface="Malgun Gothic"/>
                <a:cs typeface="Malgun Gothic"/>
                <a:sym typeface="Malgun Gothic"/>
              </a:rPr>
              <a:t>(from PHY IC)</a:t>
            </a:r>
            <a:endParaRPr sz="1333" b="1">
              <a:solidFill>
                <a:srgbClr val="9966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9" name="Google Shape;479;p31"/>
          <p:cNvSpPr/>
          <p:nvPr/>
        </p:nvSpPr>
        <p:spPr>
          <a:xfrm>
            <a:off x="2518433" y="1079133"/>
            <a:ext cx="1978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333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Clock domain :</a:t>
            </a:r>
            <a:endParaRPr sz="133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600" b="1">
                <a:solidFill>
                  <a:srgbClr val="9966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100MHz</a:t>
            </a:r>
            <a:endParaRPr sz="1600" b="1">
              <a:solidFill>
                <a:srgbClr val="9966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333" b="1">
                <a:solidFill>
                  <a:srgbClr val="9966FF"/>
                </a:solidFill>
                <a:latin typeface="Malgun Gothic"/>
                <a:ea typeface="Malgun Gothic"/>
                <a:cs typeface="Malgun Gothic"/>
                <a:sym typeface="Malgun Gothic"/>
              </a:rPr>
              <a:t>(from Oscillator)</a:t>
            </a:r>
            <a:endParaRPr sz="1333" b="1">
              <a:solidFill>
                <a:srgbClr val="9966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0" name="Google Shape;480;p31"/>
          <p:cNvSpPr/>
          <p:nvPr/>
        </p:nvSpPr>
        <p:spPr>
          <a:xfrm>
            <a:off x="9940364" y="1952767"/>
            <a:ext cx="7512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SCLK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1" name="Google Shape;481;p31"/>
          <p:cNvSpPr/>
          <p:nvPr/>
        </p:nvSpPr>
        <p:spPr>
          <a:xfrm>
            <a:off x="9940364" y="2783733"/>
            <a:ext cx="7512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MOSI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2" name="Google Shape;482;p31"/>
          <p:cNvSpPr/>
          <p:nvPr/>
        </p:nvSpPr>
        <p:spPr>
          <a:xfrm>
            <a:off x="9940347" y="3583467"/>
            <a:ext cx="7512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MISO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3" name="Google Shape;483;p31"/>
          <p:cNvSpPr/>
          <p:nvPr/>
        </p:nvSpPr>
        <p:spPr>
          <a:xfrm>
            <a:off x="9940347" y="4404113"/>
            <a:ext cx="7512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NSS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84" name="Google Shape;484;p31"/>
          <p:cNvCxnSpPr/>
          <p:nvPr/>
        </p:nvCxnSpPr>
        <p:spPr>
          <a:xfrm rot="10800000">
            <a:off x="10315933" y="985933"/>
            <a:ext cx="0" cy="95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31"/>
          <p:cNvCxnSpPr/>
          <p:nvPr/>
        </p:nvCxnSpPr>
        <p:spPr>
          <a:xfrm>
            <a:off x="189200" y="992993"/>
            <a:ext cx="1012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31"/>
          <p:cNvCxnSpPr>
            <a:stCxn id="481" idx="0"/>
          </p:cNvCxnSpPr>
          <p:nvPr/>
        </p:nvCxnSpPr>
        <p:spPr>
          <a:xfrm rot="10800000">
            <a:off x="10315964" y="2450533"/>
            <a:ext cx="0" cy="3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31"/>
          <p:cNvCxnSpPr/>
          <p:nvPr/>
        </p:nvCxnSpPr>
        <p:spPr>
          <a:xfrm rot="10800000">
            <a:off x="10311597" y="3307633"/>
            <a:ext cx="0" cy="3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8" name="Google Shape;488;p31"/>
          <p:cNvCxnSpPr/>
          <p:nvPr/>
        </p:nvCxnSpPr>
        <p:spPr>
          <a:xfrm rot="10800000">
            <a:off x="10315964" y="4116900"/>
            <a:ext cx="0" cy="3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9" name="Google Shape;489;p31"/>
          <p:cNvCxnSpPr/>
          <p:nvPr/>
        </p:nvCxnSpPr>
        <p:spPr>
          <a:xfrm rot="10800000">
            <a:off x="10315964" y="4904884"/>
            <a:ext cx="0" cy="3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0" name="Google Shape;490;p31"/>
          <p:cNvCxnSpPr/>
          <p:nvPr/>
        </p:nvCxnSpPr>
        <p:spPr>
          <a:xfrm rot="10800000">
            <a:off x="10315964" y="6148617"/>
            <a:ext cx="0" cy="3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31"/>
          <p:cNvCxnSpPr/>
          <p:nvPr/>
        </p:nvCxnSpPr>
        <p:spPr>
          <a:xfrm>
            <a:off x="189200" y="6481827"/>
            <a:ext cx="1012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2" name="Google Shape;492;p31"/>
          <p:cNvSpPr txBox="1"/>
          <p:nvPr/>
        </p:nvSpPr>
        <p:spPr>
          <a:xfrm>
            <a:off x="8312167" y="1040197"/>
            <a:ext cx="2006800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US" altLang="ko" sz="2133" b="1">
                <a:solidFill>
                  <a:srgbClr val="1F5C99"/>
                </a:solidFill>
                <a:latin typeface="Malgun Gothic"/>
                <a:ea typeface="Malgun Gothic"/>
                <a:cs typeface="Malgun Gothic"/>
                <a:sym typeface="Malgun Gothic"/>
              </a:rPr>
              <a:t>1Q TSN MPW</a:t>
            </a:r>
            <a:endParaRPr sz="2133" b="1">
              <a:solidFill>
                <a:srgbClr val="1F5C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10519133" y="1023801"/>
            <a:ext cx="1623200" cy="748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-US" altLang="ko" sz="2133" b="1">
                <a:solidFill>
                  <a:srgbClr val="1F5C99"/>
                </a:solidFill>
                <a:latin typeface="Malgun Gothic"/>
                <a:ea typeface="Malgun Gothic"/>
                <a:cs typeface="Malgun Gothic"/>
                <a:sym typeface="Malgun Gothic"/>
              </a:rPr>
              <a:t>Raspberry</a:t>
            </a:r>
            <a:endParaRPr sz="2133" b="1">
              <a:solidFill>
                <a:srgbClr val="1F5C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/>
            <a:r>
              <a:rPr lang="en-US" altLang="ko" sz="2133" b="1">
                <a:solidFill>
                  <a:srgbClr val="1F5C99"/>
                </a:solidFill>
                <a:latin typeface="Malgun Gothic"/>
                <a:ea typeface="Malgun Gothic"/>
                <a:cs typeface="Malgun Gothic"/>
                <a:sym typeface="Malgun Gothic"/>
              </a:rPr>
              <a:t>PI4</a:t>
            </a:r>
            <a:endParaRPr sz="2133" b="1">
              <a:solidFill>
                <a:srgbClr val="1F5C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10829133" y="5203133"/>
            <a:ext cx="1003200" cy="957600"/>
          </a:xfrm>
          <a:prstGeom prst="roundRect">
            <a:avLst>
              <a:gd name="adj" fmla="val 9081"/>
            </a:avLst>
          </a:prstGeom>
          <a:solidFill>
            <a:srgbClr val="FBE2D1"/>
          </a:solidFill>
          <a:ln w="19050" cap="flat" cmpd="sng">
            <a:solidFill>
              <a:srgbClr val="F2A98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" sz="1333" b="1">
                <a:latin typeface="Malgun Gothic"/>
                <a:ea typeface="Malgun Gothic"/>
                <a:cs typeface="Malgun Gothic"/>
                <a:sym typeface="Malgun Gothic"/>
              </a:rPr>
              <a:t>GPIOs</a:t>
            </a:r>
            <a:endParaRPr sz="1333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(Interrupt</a:t>
            </a:r>
            <a:endParaRPr sz="1067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Avaliable)</a:t>
            </a:r>
            <a:endParaRPr sz="1067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227800" y="27627"/>
            <a:ext cx="4839600" cy="7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>
              <a:lnSpc>
                <a:spcPct val="115000"/>
              </a:lnSpc>
            </a:pPr>
            <a:r>
              <a:rPr lang="en-US" altLang="ko" sz="2267" b="1">
                <a:solidFill>
                  <a:srgbClr val="2F4560"/>
                </a:solidFill>
                <a:latin typeface="Noto Sans KR"/>
                <a:ea typeface="Noto Sans KR"/>
                <a:cs typeface="Noto Sans KR"/>
                <a:sym typeface="Noto Sans KR"/>
              </a:rPr>
              <a:t># 1Q TSN MPW - Block Diagram</a:t>
            </a:r>
            <a:endParaRPr sz="2267" b="1">
              <a:solidFill>
                <a:srgbClr val="2F456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6" name="Google Shape;496;p31"/>
          <p:cNvSpPr/>
          <p:nvPr/>
        </p:nvSpPr>
        <p:spPr>
          <a:xfrm>
            <a:off x="8529567" y="5473433"/>
            <a:ext cx="156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Side-band Signals</a:t>
            </a:r>
            <a:b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(Rx INT, Status, Etc)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02" name="Google Shape;502;p32"/>
          <p:cNvCxnSpPr/>
          <p:nvPr/>
        </p:nvCxnSpPr>
        <p:spPr>
          <a:xfrm>
            <a:off x="7280600" y="715167"/>
            <a:ext cx="0" cy="5992800"/>
          </a:xfrm>
          <a:prstGeom prst="straightConnector1">
            <a:avLst/>
          </a:prstGeom>
          <a:noFill/>
          <a:ln w="28575" cap="flat" cmpd="sng">
            <a:solidFill>
              <a:srgbClr val="9966FF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03" name="Google Shape;503;p32"/>
          <p:cNvSpPr/>
          <p:nvPr/>
        </p:nvSpPr>
        <p:spPr>
          <a:xfrm>
            <a:off x="6386200" y="2725584"/>
            <a:ext cx="1764400" cy="2729200"/>
          </a:xfrm>
          <a:prstGeom prst="roundRect">
            <a:avLst>
              <a:gd name="adj" fmla="val 6105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467"/>
          </a:p>
        </p:txBody>
      </p:sp>
      <p:sp>
        <p:nvSpPr>
          <p:cNvPr id="504" name="Google Shape;504;p32"/>
          <p:cNvSpPr/>
          <p:nvPr/>
        </p:nvSpPr>
        <p:spPr>
          <a:xfrm>
            <a:off x="97633" y="1697867"/>
            <a:ext cx="1074400" cy="3756800"/>
          </a:xfrm>
          <a:prstGeom prst="roundRect">
            <a:avLst>
              <a:gd name="adj" fmla="val 16667"/>
            </a:avLst>
          </a:prstGeom>
          <a:solidFill>
            <a:srgbClr val="FBE2D1"/>
          </a:solidFill>
          <a:ln w="19050" cap="flat" cmpd="sng">
            <a:solidFill>
              <a:srgbClr val="F2A98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Tri-Mode Ethernet MAC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4299903" y="1697861"/>
            <a:ext cx="1425600" cy="689200"/>
          </a:xfrm>
          <a:prstGeom prst="roundRect">
            <a:avLst>
              <a:gd name="adj" fmla="val 16667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AXI4-Stream Data Width Converter</a:t>
            </a:r>
            <a:endParaRPr sz="1467"/>
          </a:p>
          <a:p>
            <a:pPr algn="ctr">
              <a:lnSpc>
                <a:spcPct val="125000"/>
              </a:lnSpc>
            </a:pPr>
            <a:r>
              <a:rPr lang="en-US" altLang="ko" sz="106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(8bit to 128bit)</a:t>
            </a:r>
            <a:endParaRPr sz="1467"/>
          </a:p>
        </p:txBody>
      </p:sp>
      <p:sp>
        <p:nvSpPr>
          <p:cNvPr id="506" name="Google Shape;506;p32"/>
          <p:cNvSpPr/>
          <p:nvPr/>
        </p:nvSpPr>
        <p:spPr>
          <a:xfrm>
            <a:off x="2077233" y="2902233"/>
            <a:ext cx="3620800" cy="1034800"/>
          </a:xfrm>
          <a:prstGeom prst="roundRect">
            <a:avLst>
              <a:gd name="adj" fmla="val 4018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System Reg 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module</a:t>
            </a:r>
            <a:endParaRPr sz="1467"/>
          </a:p>
        </p:txBody>
      </p:sp>
      <p:sp>
        <p:nvSpPr>
          <p:cNvPr id="507" name="Google Shape;507;p32"/>
          <p:cNvSpPr/>
          <p:nvPr/>
        </p:nvSpPr>
        <p:spPr>
          <a:xfrm>
            <a:off x="2080233" y="4472500"/>
            <a:ext cx="1275200" cy="689200"/>
          </a:xfrm>
          <a:prstGeom prst="roundRect">
            <a:avLst>
              <a:gd name="adj" fmla="val 16398"/>
            </a:avLst>
          </a:prstGeom>
          <a:solidFill>
            <a:srgbClr val="C7EDFC"/>
          </a:solidFill>
          <a:ln w="19050" cap="flat" cmpd="sng">
            <a:solidFill>
              <a:srgbClr val="93DCF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TSN Tx module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6630953" y="1697859"/>
            <a:ext cx="1303600" cy="689200"/>
          </a:xfrm>
          <a:prstGeom prst="roundRect">
            <a:avLst>
              <a:gd name="adj" fmla="val 16667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AXI-Stream Data FIFO</a:t>
            </a:r>
            <a:endParaRPr sz="1467"/>
          </a:p>
          <a:p>
            <a:pPr algn="ctr">
              <a:lnSpc>
                <a:spcPct val="125000"/>
              </a:lnSpc>
            </a:pPr>
            <a:r>
              <a:rPr lang="en-US" altLang="ko" sz="106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(128bit)</a:t>
            </a:r>
            <a:endParaRPr sz="1467"/>
          </a:p>
        </p:txBody>
      </p:sp>
      <p:sp>
        <p:nvSpPr>
          <p:cNvPr id="509" name="Google Shape;509;p32"/>
          <p:cNvSpPr/>
          <p:nvPr/>
        </p:nvSpPr>
        <p:spPr>
          <a:xfrm>
            <a:off x="10852467" y="1697868"/>
            <a:ext cx="1195600" cy="4683200"/>
          </a:xfrm>
          <a:prstGeom prst="roundRect">
            <a:avLst>
              <a:gd name="adj" fmla="val 16667"/>
            </a:avLst>
          </a:prstGeom>
          <a:solidFill>
            <a:srgbClr val="CCCCFF"/>
          </a:solidFill>
          <a:ln w="19050" cap="flat" cmpd="sng">
            <a:solidFill>
              <a:srgbClr val="99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XDMA</a:t>
            </a:r>
            <a:endParaRPr sz="1467"/>
          </a:p>
          <a:p>
            <a:pPr algn="ctr">
              <a:lnSpc>
                <a:spcPct val="150000"/>
              </a:lnSpc>
            </a:pPr>
            <a:r>
              <a:rPr lang="en-US" altLang="ko" sz="106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(PCIe Gen.2)</a:t>
            </a:r>
            <a:endParaRPr sz="10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3439541" y="1921425"/>
            <a:ext cx="784800" cy="24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1249140" y="3281275"/>
            <a:ext cx="738800" cy="24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5812071" y="1921425"/>
            <a:ext cx="740000" cy="24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2080219" y="1697859"/>
            <a:ext cx="1275200" cy="689200"/>
          </a:xfrm>
          <a:prstGeom prst="roundRect">
            <a:avLst>
              <a:gd name="adj" fmla="val 16667"/>
            </a:avLst>
          </a:prstGeom>
          <a:solidFill>
            <a:srgbClr val="FFD5FF"/>
          </a:solidFill>
          <a:ln w="19050" cap="flat" cmpd="sng">
            <a:solidFill>
              <a:srgbClr val="FFB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TSN Rx module</a:t>
            </a:r>
            <a:endParaRPr sz="10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1244589" y="1921425"/>
            <a:ext cx="760400" cy="24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32"/>
          <p:cNvSpPr/>
          <p:nvPr/>
        </p:nvSpPr>
        <p:spPr>
          <a:xfrm rot="10800000">
            <a:off x="1239919" y="4685599"/>
            <a:ext cx="764800" cy="24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p32"/>
          <p:cNvSpPr/>
          <p:nvPr/>
        </p:nvSpPr>
        <p:spPr>
          <a:xfrm>
            <a:off x="1165084" y="1654987"/>
            <a:ext cx="92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8-bit AXIS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3348951" y="1654356"/>
            <a:ext cx="9512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8-bit AXIS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5697885" y="1654355"/>
            <a:ext cx="9656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128-bit AXIS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9" name="Google Shape;519;p32"/>
          <p:cNvSpPr/>
          <p:nvPr/>
        </p:nvSpPr>
        <p:spPr>
          <a:xfrm>
            <a:off x="8909549" y="1659644"/>
            <a:ext cx="94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128-bit AXIS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1165084" y="4413867"/>
            <a:ext cx="92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8-bit AXIS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32"/>
          <p:cNvSpPr/>
          <p:nvPr/>
        </p:nvSpPr>
        <p:spPr>
          <a:xfrm>
            <a:off x="9935929" y="3588171"/>
            <a:ext cx="92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32-bit AXIL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32"/>
          <p:cNvSpPr/>
          <p:nvPr/>
        </p:nvSpPr>
        <p:spPr>
          <a:xfrm>
            <a:off x="8920303" y="5620096"/>
            <a:ext cx="94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128-bit AXIS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8034497" y="1921433"/>
            <a:ext cx="2728800" cy="24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10069532" y="3878433"/>
            <a:ext cx="659200" cy="24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p32"/>
          <p:cNvSpPr/>
          <p:nvPr/>
        </p:nvSpPr>
        <p:spPr>
          <a:xfrm rot="10800000">
            <a:off x="8036115" y="5904800"/>
            <a:ext cx="2732000" cy="24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1161789" y="2993713"/>
            <a:ext cx="92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CDC FIFO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7" name="Google Shape;527;p32"/>
          <p:cNvSpPr/>
          <p:nvPr/>
        </p:nvSpPr>
        <p:spPr>
          <a:xfrm rot="-5400000">
            <a:off x="2513072" y="2527649"/>
            <a:ext cx="409600" cy="24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2757924" y="2472803"/>
            <a:ext cx="92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CDC FIFO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32"/>
          <p:cNvSpPr txBox="1"/>
          <p:nvPr/>
        </p:nvSpPr>
        <p:spPr>
          <a:xfrm>
            <a:off x="191333" y="123834"/>
            <a:ext cx="66464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" altLang="en-US" sz="24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재설계 </a:t>
            </a:r>
            <a:r>
              <a:rPr lang="en-US" altLang="ko" sz="24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rPr>
              <a:t>1Q TSN(V3)  Block Diagram (Datapath)</a:t>
            </a:r>
            <a:endParaRPr sz="2400" b="1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6631320" y="5691692"/>
            <a:ext cx="1303600" cy="689200"/>
          </a:xfrm>
          <a:prstGeom prst="roundRect">
            <a:avLst>
              <a:gd name="adj" fmla="val 16667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AXI-Stream Data FIFO</a:t>
            </a:r>
            <a:endParaRPr sz="1467"/>
          </a:p>
          <a:p>
            <a:pPr algn="ctr">
              <a:lnSpc>
                <a:spcPct val="125000"/>
              </a:lnSpc>
            </a:pPr>
            <a:r>
              <a:rPr lang="en-US" altLang="ko" sz="106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(128bit)</a:t>
            </a:r>
            <a:endParaRPr sz="1467"/>
          </a:p>
        </p:txBody>
      </p:sp>
      <p:sp>
        <p:nvSpPr>
          <p:cNvPr id="531" name="Google Shape;531;p32"/>
          <p:cNvSpPr/>
          <p:nvPr/>
        </p:nvSpPr>
        <p:spPr>
          <a:xfrm>
            <a:off x="6610400" y="3073651"/>
            <a:ext cx="1316000" cy="3228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800" b="1">
                <a:latin typeface="Malgun Gothic"/>
                <a:ea typeface="Malgun Gothic"/>
                <a:cs typeface="Malgun Gothic"/>
                <a:sym typeface="Malgun Gothic"/>
              </a:rPr>
              <a:t>CDC FIFO 1</a:t>
            </a:r>
            <a:endParaRPr sz="8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800">
                <a:latin typeface="Malgun Gothic"/>
                <a:ea typeface="Malgun Gothic"/>
                <a:cs typeface="Malgun Gothic"/>
                <a:sym typeface="Malgun Gothic"/>
              </a:rPr>
              <a:t>(TSN Control &amp; Config)</a:t>
            </a:r>
            <a:endParaRPr sz="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p32"/>
          <p:cNvSpPr/>
          <p:nvPr/>
        </p:nvSpPr>
        <p:spPr>
          <a:xfrm>
            <a:off x="6610400" y="3455851"/>
            <a:ext cx="1316000" cy="3228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800" b="1">
                <a:latin typeface="Malgun Gothic"/>
                <a:ea typeface="Malgun Gothic"/>
                <a:cs typeface="Malgun Gothic"/>
                <a:sym typeface="Malgun Gothic"/>
              </a:rPr>
              <a:t>CDC FIFO 2</a:t>
            </a:r>
            <a:endParaRPr sz="8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800">
                <a:latin typeface="Malgun Gothic"/>
                <a:ea typeface="Malgun Gothic"/>
                <a:cs typeface="Malgun Gothic"/>
                <a:sym typeface="Malgun Gothic"/>
              </a:rPr>
              <a:t>(System Counter)</a:t>
            </a:r>
            <a:endParaRPr sz="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6610400" y="3838033"/>
            <a:ext cx="1316000" cy="3228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800" b="1">
                <a:latin typeface="Malgun Gothic"/>
                <a:ea typeface="Malgun Gothic"/>
                <a:cs typeface="Malgun Gothic"/>
                <a:sym typeface="Malgun Gothic"/>
              </a:rPr>
              <a:t>CDC FIFO 3~6</a:t>
            </a:r>
            <a:endParaRPr sz="8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800">
                <a:latin typeface="Malgun Gothic"/>
                <a:ea typeface="Malgun Gothic"/>
                <a:cs typeface="Malgun Gothic"/>
                <a:sym typeface="Malgun Gothic"/>
              </a:rPr>
              <a:t>(Tx Timestamp 1~4)</a:t>
            </a:r>
            <a:endParaRPr sz="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6610417" y="4220251"/>
            <a:ext cx="1316000" cy="3228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800" b="1">
                <a:latin typeface="Malgun Gothic"/>
                <a:ea typeface="Malgun Gothic"/>
                <a:cs typeface="Malgun Gothic"/>
                <a:sym typeface="Malgun Gothic"/>
              </a:rPr>
              <a:t>CDC FIFO 7</a:t>
            </a:r>
            <a:endParaRPr sz="8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800">
                <a:latin typeface="Malgun Gothic"/>
                <a:ea typeface="Malgun Gothic"/>
                <a:cs typeface="Malgun Gothic"/>
                <a:sym typeface="Malgun Gothic"/>
              </a:rPr>
              <a:t>(Tx Status)</a:t>
            </a:r>
            <a:endParaRPr sz="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6610417" y="4602451"/>
            <a:ext cx="1316000" cy="3228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800" b="1">
                <a:latin typeface="Malgun Gothic"/>
                <a:ea typeface="Malgun Gothic"/>
                <a:cs typeface="Malgun Gothic"/>
                <a:sym typeface="Malgun Gothic"/>
              </a:rPr>
              <a:t>CDC FIFO 8</a:t>
            </a:r>
            <a:endParaRPr sz="8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800">
                <a:latin typeface="Malgun Gothic"/>
                <a:ea typeface="Malgun Gothic"/>
                <a:cs typeface="Malgun Gothic"/>
                <a:sym typeface="Malgun Gothic"/>
              </a:rPr>
              <a:t>(Rx Status)</a:t>
            </a:r>
            <a:endParaRPr sz="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6" name="Google Shape;536;p32"/>
          <p:cNvSpPr/>
          <p:nvPr/>
        </p:nvSpPr>
        <p:spPr>
          <a:xfrm>
            <a:off x="6610384" y="4984651"/>
            <a:ext cx="1316000" cy="3228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800" b="1">
                <a:latin typeface="Malgun Gothic"/>
                <a:ea typeface="Malgun Gothic"/>
                <a:cs typeface="Malgun Gothic"/>
                <a:sym typeface="Malgun Gothic"/>
              </a:rPr>
              <a:t>CDC FIFO 9</a:t>
            </a:r>
            <a:endParaRPr sz="8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800">
                <a:latin typeface="Malgun Gothic"/>
                <a:ea typeface="Malgun Gothic"/>
                <a:cs typeface="Malgun Gothic"/>
                <a:sym typeface="Malgun Gothic"/>
              </a:rPr>
              <a:t>(Other Status)</a:t>
            </a:r>
            <a:endParaRPr sz="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7" name="Google Shape;537;p32"/>
          <p:cNvSpPr/>
          <p:nvPr/>
        </p:nvSpPr>
        <p:spPr>
          <a:xfrm>
            <a:off x="6386199" y="2725567"/>
            <a:ext cx="1452800" cy="322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CDC module</a:t>
            </a:r>
            <a:endParaRPr sz="10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8" name="Google Shape;538;p32"/>
          <p:cNvSpPr/>
          <p:nvPr/>
        </p:nvSpPr>
        <p:spPr>
          <a:xfrm>
            <a:off x="8853233" y="2725600"/>
            <a:ext cx="1114400" cy="2729200"/>
          </a:xfrm>
          <a:prstGeom prst="roundRect">
            <a:avLst>
              <a:gd name="adj" fmla="val 16667"/>
            </a:avLst>
          </a:prstGeom>
          <a:solidFill>
            <a:srgbClr val="FFEDC1"/>
          </a:solidFill>
          <a:ln w="19050" cap="flat" cmpd="sng">
            <a:solidFill>
              <a:srgbClr val="FFDC8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AXI4L Reg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module</a:t>
            </a:r>
            <a:endParaRPr sz="1467"/>
          </a:p>
        </p:txBody>
      </p:sp>
      <p:sp>
        <p:nvSpPr>
          <p:cNvPr id="539" name="Google Shape;539;p32"/>
          <p:cNvSpPr/>
          <p:nvPr/>
        </p:nvSpPr>
        <p:spPr>
          <a:xfrm>
            <a:off x="3959100" y="4400900"/>
            <a:ext cx="1738800" cy="1255200"/>
          </a:xfrm>
          <a:prstGeom prst="roundRect">
            <a:avLst>
              <a:gd name="adj" fmla="val 3505"/>
            </a:avLst>
          </a:prstGeom>
          <a:solidFill>
            <a:srgbClr val="D7FDF0"/>
          </a:solidFill>
          <a:ln w="19050" cap="flat" cmpd="sng">
            <a:solidFill>
              <a:srgbClr val="90FA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33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0" name="Google Shape;540;p32"/>
          <p:cNvSpPr/>
          <p:nvPr/>
        </p:nvSpPr>
        <p:spPr>
          <a:xfrm>
            <a:off x="3959116" y="4400884"/>
            <a:ext cx="1452800" cy="322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TSN Clock</a:t>
            </a:r>
            <a:endParaRPr sz="10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1" name="Google Shape;541;p32"/>
          <p:cNvSpPr/>
          <p:nvPr/>
        </p:nvSpPr>
        <p:spPr>
          <a:xfrm>
            <a:off x="4170500" y="4723684"/>
            <a:ext cx="1316000" cy="3228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800" b="1">
                <a:latin typeface="Malgun Gothic"/>
                <a:ea typeface="Malgun Gothic"/>
                <a:cs typeface="Malgun Gothic"/>
                <a:sym typeface="Malgun Gothic"/>
              </a:rPr>
              <a:t>System Counter</a:t>
            </a:r>
            <a:endParaRPr sz="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2" name="Google Shape;542;p32"/>
          <p:cNvSpPr/>
          <p:nvPr/>
        </p:nvSpPr>
        <p:spPr>
          <a:xfrm>
            <a:off x="4170500" y="5195467"/>
            <a:ext cx="1316000" cy="322800"/>
          </a:xfrm>
          <a:prstGeom prst="roundRect">
            <a:avLst>
              <a:gd name="adj" fmla="val 8743"/>
            </a:avLst>
          </a:prstGeom>
          <a:solidFill>
            <a:srgbClr val="F6F4EA"/>
          </a:solidFill>
          <a:ln w="19050" cap="flat" cmpd="sng">
            <a:solidFill>
              <a:srgbClr val="E1DA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800" b="1">
                <a:latin typeface="Malgun Gothic"/>
                <a:ea typeface="Malgun Gothic"/>
                <a:cs typeface="Malgun Gothic"/>
                <a:sym typeface="Malgun Gothic"/>
              </a:rPr>
              <a:t>Timestamp Generator</a:t>
            </a:r>
            <a:endParaRPr sz="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3" name="Google Shape;543;p32"/>
          <p:cNvSpPr/>
          <p:nvPr/>
        </p:nvSpPr>
        <p:spPr>
          <a:xfrm rot="-5400000">
            <a:off x="2513072" y="4083783"/>
            <a:ext cx="409600" cy="24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4" name="Google Shape;544;p32"/>
          <p:cNvSpPr/>
          <p:nvPr/>
        </p:nvSpPr>
        <p:spPr>
          <a:xfrm>
            <a:off x="2757924" y="4046369"/>
            <a:ext cx="92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CDC FIFO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5" name="Google Shape;545;p32"/>
          <p:cNvSpPr/>
          <p:nvPr/>
        </p:nvSpPr>
        <p:spPr>
          <a:xfrm rot="-5400000">
            <a:off x="4661700" y="4047969"/>
            <a:ext cx="333600" cy="24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6" name="Google Shape;546;p32"/>
          <p:cNvSpPr/>
          <p:nvPr/>
        </p:nvSpPr>
        <p:spPr>
          <a:xfrm>
            <a:off x="4881757" y="4007555"/>
            <a:ext cx="92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Dedicated Wire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7" name="Google Shape;547;p32"/>
          <p:cNvSpPr/>
          <p:nvPr/>
        </p:nvSpPr>
        <p:spPr>
          <a:xfrm>
            <a:off x="5794932" y="3281267"/>
            <a:ext cx="494400" cy="24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8" name="Google Shape;548;p32"/>
          <p:cNvSpPr/>
          <p:nvPr/>
        </p:nvSpPr>
        <p:spPr>
          <a:xfrm>
            <a:off x="8254716" y="3878417"/>
            <a:ext cx="494400" cy="24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9" name="Google Shape;549;p32"/>
          <p:cNvSpPr/>
          <p:nvPr/>
        </p:nvSpPr>
        <p:spPr>
          <a:xfrm>
            <a:off x="2657233" y="5956033"/>
            <a:ext cx="3882800" cy="123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0" name="Google Shape;550;p32"/>
          <p:cNvSpPr/>
          <p:nvPr/>
        </p:nvSpPr>
        <p:spPr>
          <a:xfrm rot="5400000" flipH="1">
            <a:off x="2293833" y="5527568"/>
            <a:ext cx="848000" cy="24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1" name="Google Shape;551;p32"/>
          <p:cNvSpPr/>
          <p:nvPr/>
        </p:nvSpPr>
        <p:spPr>
          <a:xfrm>
            <a:off x="5106800" y="673767"/>
            <a:ext cx="1978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46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Clock domain :</a:t>
            </a:r>
            <a:endParaRPr sz="14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733" b="1">
                <a:solidFill>
                  <a:srgbClr val="9966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from Oscillator</a:t>
            </a:r>
            <a:endParaRPr sz="1733" b="1">
              <a:solidFill>
                <a:srgbClr val="9966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2" name="Google Shape;552;p32"/>
          <p:cNvSpPr/>
          <p:nvPr/>
        </p:nvSpPr>
        <p:spPr>
          <a:xfrm>
            <a:off x="7411100" y="673800"/>
            <a:ext cx="1978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46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Clock domain :</a:t>
            </a:r>
            <a:endParaRPr sz="14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733" b="1">
                <a:solidFill>
                  <a:srgbClr val="9966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from XDMA</a:t>
            </a:r>
            <a:endParaRPr sz="1733" b="1">
              <a:solidFill>
                <a:srgbClr val="9966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3" name="Google Shape;553;p32"/>
          <p:cNvSpPr/>
          <p:nvPr/>
        </p:nvSpPr>
        <p:spPr>
          <a:xfrm>
            <a:off x="10542501" y="439709"/>
            <a:ext cx="1594000" cy="681200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19050" cap="flat" cmpd="sng">
            <a:solidFill>
              <a:srgbClr val="FF99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altLang="ko" sz="1333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Host Processor</a:t>
            </a:r>
            <a:endParaRPr sz="133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4" name="Google Shape;554;p32"/>
          <p:cNvSpPr/>
          <p:nvPr/>
        </p:nvSpPr>
        <p:spPr>
          <a:xfrm>
            <a:off x="10069517" y="1163933"/>
            <a:ext cx="1435200" cy="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altLang="ko" sz="1333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PCIe Gen.2</a:t>
            </a:r>
            <a:endParaRPr sz="1333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5" name="Google Shape;555;p32"/>
          <p:cNvSpPr/>
          <p:nvPr/>
        </p:nvSpPr>
        <p:spPr>
          <a:xfrm rot="-5400000">
            <a:off x="11245467" y="1288383"/>
            <a:ext cx="409600" cy="242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6" name="Google Shape;556;p32"/>
          <p:cNvSpPr/>
          <p:nvPr/>
        </p:nvSpPr>
        <p:spPr>
          <a:xfrm>
            <a:off x="5578924" y="2924088"/>
            <a:ext cx="92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Dedicated Wire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7" name="Google Shape;557;p32"/>
          <p:cNvSpPr/>
          <p:nvPr/>
        </p:nvSpPr>
        <p:spPr>
          <a:xfrm>
            <a:off x="8038691" y="3509688"/>
            <a:ext cx="926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-US" altLang="ko" sz="106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Dedicated Wire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8" name="Google Shape;558;p32"/>
          <p:cNvSpPr/>
          <p:nvPr/>
        </p:nvSpPr>
        <p:spPr>
          <a:xfrm>
            <a:off x="1015333" y="5835500"/>
            <a:ext cx="1195600" cy="569200"/>
          </a:xfrm>
          <a:prstGeom prst="roundRect">
            <a:avLst>
              <a:gd name="adj" fmla="val 6648"/>
            </a:avLst>
          </a:prstGeom>
          <a:solidFill>
            <a:srgbClr val="F1FFC4"/>
          </a:solidFill>
          <a:ln w="19050" cap="flat" cmpd="sng">
            <a:solidFill>
              <a:srgbClr val="B8F2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Reset &amp; Clock</a:t>
            </a:r>
            <a:endParaRPr sz="1067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25000"/>
              </a:lnSpc>
            </a:pPr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Controller</a:t>
            </a:r>
            <a:endParaRPr sz="1067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9" name="Google Shape;559;p32"/>
          <p:cNvSpPr/>
          <p:nvPr/>
        </p:nvSpPr>
        <p:spPr>
          <a:xfrm>
            <a:off x="36633" y="5706733"/>
            <a:ext cx="965600" cy="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-US" altLang="ko" sz="1067" b="1">
                <a:latin typeface="Malgun Gothic"/>
                <a:ea typeface="Malgun Gothic"/>
                <a:cs typeface="Malgun Gothic"/>
                <a:sym typeface="Malgun Gothic"/>
              </a:rPr>
              <a:t>osc_diff_clk</a:t>
            </a:r>
            <a:endParaRPr sz="1067" b="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0" name="Google Shape;560;p32"/>
          <p:cNvSpPr/>
          <p:nvPr/>
        </p:nvSpPr>
        <p:spPr>
          <a:xfrm>
            <a:off x="59267" y="6023900"/>
            <a:ext cx="904800" cy="19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2135</TotalTime>
  <Words>943</Words>
  <Application>Microsoft Office PowerPoint</Application>
  <PresentationFormat>와이드스크린</PresentationFormat>
  <Paragraphs>346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Noto Sans KR</vt:lpstr>
      <vt:lpstr>Malgun Gothic</vt:lpstr>
      <vt:lpstr>Malgun Gothic</vt:lpstr>
      <vt:lpstr>Arial</vt:lpstr>
      <vt:lpstr>Calibri</vt:lpstr>
      <vt:lpstr>Poppins</vt:lpstr>
      <vt:lpstr>Poppins Light</vt:lpstr>
      <vt:lpstr>Poppins Medium</vt:lpstr>
      <vt:lpstr>Poppins Thin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Ganghyeok Lim</dc:creator>
  <cp:lastModifiedBy>Ganghyeok Lim</cp:lastModifiedBy>
  <cp:revision>13</cp:revision>
  <dcterms:created xsi:type="dcterms:W3CDTF">2025-07-18T10:34:52Z</dcterms:created>
  <dcterms:modified xsi:type="dcterms:W3CDTF">2025-07-28T22:28:53Z</dcterms:modified>
</cp:coreProperties>
</file>